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6"/>
  </p:notesMasterIdLst>
  <p:sldIdLst>
    <p:sldId id="257" r:id="rId2"/>
    <p:sldId id="258" r:id="rId3"/>
    <p:sldId id="259" r:id="rId4"/>
    <p:sldId id="272" r:id="rId5"/>
    <p:sldId id="260" r:id="rId6"/>
    <p:sldId id="278" r:id="rId7"/>
    <p:sldId id="286" r:id="rId8"/>
    <p:sldId id="264" r:id="rId9"/>
    <p:sldId id="279" r:id="rId10"/>
    <p:sldId id="280" r:id="rId11"/>
    <p:sldId id="265" r:id="rId12"/>
    <p:sldId id="281" r:id="rId13"/>
    <p:sldId id="282" r:id="rId14"/>
    <p:sldId id="283" r:id="rId15"/>
    <p:sldId id="284" r:id="rId16"/>
    <p:sldId id="285" r:id="rId17"/>
    <p:sldId id="266" r:id="rId18"/>
    <p:sldId id="277" r:id="rId19"/>
    <p:sldId id="274" r:id="rId20"/>
    <p:sldId id="267" r:id="rId21"/>
    <p:sldId id="268" r:id="rId22"/>
    <p:sldId id="270" r:id="rId23"/>
    <p:sldId id="271" r:id="rId24"/>
    <p:sldId id="276"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2A76F9-1BC6-0C41-BB6C-0A9D678DA4D6}" v="3" dt="2024-11-19T16:43:13.42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20" autoAdjust="0"/>
    <p:restoredTop sz="94660"/>
  </p:normalViewPr>
  <p:slideViewPr>
    <p:cSldViewPr snapToGrid="0">
      <p:cViewPr varScale="1">
        <p:scale>
          <a:sx n="91" d="100"/>
          <a:sy n="91" d="100"/>
        </p:scale>
        <p:origin x="86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TECH-036-2023-24] DUDHAT AYUSH HITESHKUMAR" userId="S::dudhat.23fe10cds00293@muj.manipal.edu::4535b5e5-ff2f-49c3-bae2-03934c4be399" providerId="AD" clId="Web-{6FA3BA18-E5FC-7238-93D5-3871F31A6B89}"/>
    <pc:docChg chg="modSld">
      <pc:chgData name="[BTECH-036-2023-24] DUDHAT AYUSH HITESHKUMAR" userId="S::dudhat.23fe10cds00293@muj.manipal.edu::4535b5e5-ff2f-49c3-bae2-03934c4be399" providerId="AD" clId="Web-{6FA3BA18-E5FC-7238-93D5-3871F31A6B89}" dt="2024-11-18T14:15:38.543" v="17" actId="14100"/>
      <pc:docMkLst>
        <pc:docMk/>
      </pc:docMkLst>
      <pc:sldChg chg="addSp delSp modSp">
        <pc:chgData name="[BTECH-036-2023-24] DUDHAT AYUSH HITESHKUMAR" userId="S::dudhat.23fe10cds00293@muj.manipal.edu::4535b5e5-ff2f-49c3-bae2-03934c4be399" providerId="AD" clId="Web-{6FA3BA18-E5FC-7238-93D5-3871F31A6B89}" dt="2024-11-18T14:15:38.543" v="17" actId="14100"/>
        <pc:sldMkLst>
          <pc:docMk/>
          <pc:sldMk cId="3477219000" sldId="264"/>
        </pc:sldMkLst>
        <pc:picChg chg="del">
          <ac:chgData name="[BTECH-036-2023-24] DUDHAT AYUSH HITESHKUMAR" userId="S::dudhat.23fe10cds00293@muj.manipal.edu::4535b5e5-ff2f-49c3-bae2-03934c4be399" providerId="AD" clId="Web-{6FA3BA18-E5FC-7238-93D5-3871F31A6B89}" dt="2024-11-18T14:14:39.589" v="2"/>
          <ac:picMkLst>
            <pc:docMk/>
            <pc:sldMk cId="3477219000" sldId="264"/>
            <ac:picMk id="3" creationId="{0A23A21F-3E48-4C83-42F0-9140B1815168}"/>
          </ac:picMkLst>
        </pc:picChg>
        <pc:picChg chg="add mod">
          <ac:chgData name="[BTECH-036-2023-24] DUDHAT AYUSH HITESHKUMAR" userId="S::dudhat.23fe10cds00293@muj.manipal.edu::4535b5e5-ff2f-49c3-bae2-03934c4be399" providerId="AD" clId="Web-{6FA3BA18-E5FC-7238-93D5-3871F31A6B89}" dt="2024-11-18T14:15:38.543" v="17" actId="14100"/>
          <ac:picMkLst>
            <pc:docMk/>
            <pc:sldMk cId="3477219000" sldId="264"/>
            <ac:picMk id="5" creationId="{3BB7E883-A9ED-C8C9-B661-0CE97F36D919}"/>
          </ac:picMkLst>
        </pc:picChg>
      </pc:sldChg>
    </pc:docChg>
  </pc:docChgLst>
  <pc:docChgLst>
    <pc:chgData name="[BTECH-036-2023-24] DUDHAT AYUSH HITESHKUMAR" userId="S::dudhat.23fe10cds00293@muj.manipal.edu::4535b5e5-ff2f-49c3-bae2-03934c4be399" providerId="AD" clId="Web-{75568CBD-D14D-B802-AD1D-D6FA12C354C0}"/>
    <pc:docChg chg="modSld">
      <pc:chgData name="[BTECH-036-2023-24] DUDHAT AYUSH HITESHKUMAR" userId="S::dudhat.23fe10cds00293@muj.manipal.edu::4535b5e5-ff2f-49c3-bae2-03934c4be399" providerId="AD" clId="Web-{75568CBD-D14D-B802-AD1D-D6FA12C354C0}" dt="2024-11-18T14:14:05.908" v="13"/>
      <pc:docMkLst>
        <pc:docMk/>
      </pc:docMkLst>
      <pc:sldChg chg="addSp delSp modSp">
        <pc:chgData name="[BTECH-036-2023-24] DUDHAT AYUSH HITESHKUMAR" userId="S::dudhat.23fe10cds00293@muj.manipal.edu::4535b5e5-ff2f-49c3-bae2-03934c4be399" providerId="AD" clId="Web-{75568CBD-D14D-B802-AD1D-D6FA12C354C0}" dt="2024-11-18T14:13:10.047" v="7" actId="14100"/>
        <pc:sldMkLst>
          <pc:docMk/>
          <pc:sldMk cId="2457331571" sldId="259"/>
        </pc:sldMkLst>
        <pc:picChg chg="add mod">
          <ac:chgData name="[BTECH-036-2023-24] DUDHAT AYUSH HITESHKUMAR" userId="S::dudhat.23fe10cds00293@muj.manipal.edu::4535b5e5-ff2f-49c3-bae2-03934c4be399" providerId="AD" clId="Web-{75568CBD-D14D-B802-AD1D-D6FA12C354C0}" dt="2024-11-18T14:13:10.047" v="7" actId="14100"/>
          <ac:picMkLst>
            <pc:docMk/>
            <pc:sldMk cId="2457331571" sldId="259"/>
            <ac:picMk id="3" creationId="{D8F06AB7-E4C7-492B-1E8F-214C93C5AE04}"/>
          </ac:picMkLst>
        </pc:picChg>
        <pc:picChg chg="del">
          <ac:chgData name="[BTECH-036-2023-24] DUDHAT AYUSH HITESHKUMAR" userId="S::dudhat.23fe10cds00293@muj.manipal.edu::4535b5e5-ff2f-49c3-bae2-03934c4be399" providerId="AD" clId="Web-{75568CBD-D14D-B802-AD1D-D6FA12C354C0}" dt="2024-11-18T14:12:55.218" v="2"/>
          <ac:picMkLst>
            <pc:docMk/>
            <pc:sldMk cId="2457331571" sldId="259"/>
            <ac:picMk id="16" creationId="{9390421E-7D9A-2DFD-D580-A5D3D008AFAC}"/>
          </ac:picMkLst>
        </pc:picChg>
      </pc:sldChg>
      <pc:sldChg chg="addSp delSp modSp">
        <pc:chgData name="[BTECH-036-2023-24] DUDHAT AYUSH HITESHKUMAR" userId="S::dudhat.23fe10cds00293@muj.manipal.edu::4535b5e5-ff2f-49c3-bae2-03934c4be399" providerId="AD" clId="Web-{75568CBD-D14D-B802-AD1D-D6FA12C354C0}" dt="2024-11-18T14:14:05.908" v="13"/>
        <pc:sldMkLst>
          <pc:docMk/>
          <pc:sldMk cId="3477219000" sldId="264"/>
        </pc:sldMkLst>
        <pc:picChg chg="add del mod">
          <ac:chgData name="[BTECH-036-2023-24] DUDHAT AYUSH HITESHKUMAR" userId="S::dudhat.23fe10cds00293@muj.manipal.edu::4535b5e5-ff2f-49c3-bae2-03934c4be399" providerId="AD" clId="Web-{75568CBD-D14D-B802-AD1D-D6FA12C354C0}" dt="2024-11-18T14:14:05.908" v="13"/>
          <ac:picMkLst>
            <pc:docMk/>
            <pc:sldMk cId="3477219000" sldId="264"/>
            <ac:picMk id="5" creationId="{854284BD-F24A-7785-5767-83C870A3A7FF}"/>
          </ac:picMkLst>
        </pc:picChg>
      </pc:sldChg>
      <pc:sldChg chg="modSp">
        <pc:chgData name="[BTECH-036-2023-24] DUDHAT AYUSH HITESHKUMAR" userId="S::dudhat.23fe10cds00293@muj.manipal.edu::4535b5e5-ff2f-49c3-bae2-03934c4be399" providerId="AD" clId="Web-{75568CBD-D14D-B802-AD1D-D6FA12C354C0}" dt="2024-11-18T14:13:17.578" v="8" actId="20577"/>
        <pc:sldMkLst>
          <pc:docMk/>
          <pc:sldMk cId="3636099230" sldId="271"/>
        </pc:sldMkLst>
        <pc:spChg chg="mod">
          <ac:chgData name="[BTECH-036-2023-24] DUDHAT AYUSH HITESHKUMAR" userId="S::dudhat.23fe10cds00293@muj.manipal.edu::4535b5e5-ff2f-49c3-bae2-03934c4be399" providerId="AD" clId="Web-{75568CBD-D14D-B802-AD1D-D6FA12C354C0}" dt="2024-11-18T14:13:17.578" v="8" actId="20577"/>
          <ac:spMkLst>
            <pc:docMk/>
            <pc:sldMk cId="3636099230" sldId="271"/>
            <ac:spMk id="3" creationId="{E5707F77-2556-5E7C-231C-432F1BEDE78A}"/>
          </ac:spMkLst>
        </pc:spChg>
      </pc:sldChg>
    </pc:docChg>
  </pc:docChgLst>
  <pc:docChgLst>
    <pc:chgData name="[BTECH-036-2023-24] DUDHAT AYUSH HITESHKUMAR" userId="4535b5e5-ff2f-49c3-bae2-03934c4be399" providerId="ADAL" clId="{342A76F9-1BC6-0C41-BB6C-0A9D678DA4D6}"/>
    <pc:docChg chg="undo custSel addSld delSld modSld sldOrd">
      <pc:chgData name="[BTECH-036-2023-24] DUDHAT AYUSH HITESHKUMAR" userId="4535b5e5-ff2f-49c3-bae2-03934c4be399" providerId="ADAL" clId="{342A76F9-1BC6-0C41-BB6C-0A9D678DA4D6}" dt="2024-11-19T16:43:13.420" v="578" actId="767"/>
      <pc:docMkLst>
        <pc:docMk/>
      </pc:docMkLst>
      <pc:sldChg chg="addSp delSp modSp mod">
        <pc:chgData name="[BTECH-036-2023-24] DUDHAT AYUSH HITESHKUMAR" userId="4535b5e5-ff2f-49c3-bae2-03934c4be399" providerId="ADAL" clId="{342A76F9-1BC6-0C41-BB6C-0A9D678DA4D6}" dt="2024-11-19T14:14:42.705" v="575" actId="14100"/>
        <pc:sldMkLst>
          <pc:docMk/>
          <pc:sldMk cId="2050940005" sldId="258"/>
        </pc:sldMkLst>
        <pc:spChg chg="mod">
          <ac:chgData name="[BTECH-036-2023-24] DUDHAT AYUSH HITESHKUMAR" userId="4535b5e5-ff2f-49c3-bae2-03934c4be399" providerId="ADAL" clId="{342A76F9-1BC6-0C41-BB6C-0A9D678DA4D6}" dt="2024-11-19T14:14:31.299" v="572" actId="20577"/>
          <ac:spMkLst>
            <pc:docMk/>
            <pc:sldMk cId="2050940005" sldId="258"/>
            <ac:spMk id="2" creationId="{CE99A9FF-E755-780B-25AC-A96E01DE3142}"/>
          </ac:spMkLst>
        </pc:spChg>
        <pc:picChg chg="del">
          <ac:chgData name="[BTECH-036-2023-24] DUDHAT AYUSH HITESHKUMAR" userId="4535b5e5-ff2f-49c3-bae2-03934c4be399" providerId="ADAL" clId="{342A76F9-1BC6-0C41-BB6C-0A9D678DA4D6}" dt="2024-11-16T13:16:56.727" v="0" actId="478"/>
          <ac:picMkLst>
            <pc:docMk/>
            <pc:sldMk cId="2050940005" sldId="258"/>
            <ac:picMk id="5" creationId="{DBB77BEB-0649-2DC9-1C4B-9458FA4161CE}"/>
          </ac:picMkLst>
        </pc:picChg>
        <pc:picChg chg="add mod">
          <ac:chgData name="[BTECH-036-2023-24] DUDHAT AYUSH HITESHKUMAR" userId="4535b5e5-ff2f-49c3-bae2-03934c4be399" providerId="ADAL" clId="{342A76F9-1BC6-0C41-BB6C-0A9D678DA4D6}" dt="2024-11-19T14:14:42.705" v="575" actId="14100"/>
          <ac:picMkLst>
            <pc:docMk/>
            <pc:sldMk cId="2050940005" sldId="258"/>
            <ac:picMk id="6" creationId="{7A7FAEC7-9CD5-224A-187B-FFFBA05C4922}"/>
          </ac:picMkLst>
        </pc:picChg>
        <pc:picChg chg="add del mod">
          <ac:chgData name="[BTECH-036-2023-24] DUDHAT AYUSH HITESHKUMAR" userId="4535b5e5-ff2f-49c3-bae2-03934c4be399" providerId="ADAL" clId="{342A76F9-1BC6-0C41-BB6C-0A9D678DA4D6}" dt="2024-11-16T13:19:49.459" v="11" actId="478"/>
          <ac:picMkLst>
            <pc:docMk/>
            <pc:sldMk cId="2050940005" sldId="258"/>
            <ac:picMk id="7" creationId="{CA506F3E-F969-3EB2-8712-4C8427E99266}"/>
          </ac:picMkLst>
        </pc:picChg>
      </pc:sldChg>
      <pc:sldChg chg="addSp delSp modSp mod">
        <pc:chgData name="[BTECH-036-2023-24] DUDHAT AYUSH HITESHKUMAR" userId="4535b5e5-ff2f-49c3-bae2-03934c4be399" providerId="ADAL" clId="{342A76F9-1BC6-0C41-BB6C-0A9D678DA4D6}" dt="2024-11-16T14:11:30.384" v="415" actId="1076"/>
        <pc:sldMkLst>
          <pc:docMk/>
          <pc:sldMk cId="2457331571" sldId="259"/>
        </pc:sldMkLst>
        <pc:spChg chg="add del mod">
          <ac:chgData name="[BTECH-036-2023-24] DUDHAT AYUSH HITESHKUMAR" userId="4535b5e5-ff2f-49c3-bae2-03934c4be399" providerId="ADAL" clId="{342A76F9-1BC6-0C41-BB6C-0A9D678DA4D6}" dt="2024-11-16T13:21:19.677" v="30"/>
          <ac:spMkLst>
            <pc:docMk/>
            <pc:sldMk cId="2457331571" sldId="259"/>
            <ac:spMk id="3" creationId="{379149E7-596D-7004-7FB0-CFF5672E38CC}"/>
          </ac:spMkLst>
        </pc:spChg>
        <pc:spChg chg="add del mod">
          <ac:chgData name="[BTECH-036-2023-24] DUDHAT AYUSH HITESHKUMAR" userId="4535b5e5-ff2f-49c3-bae2-03934c4be399" providerId="ADAL" clId="{342A76F9-1BC6-0C41-BB6C-0A9D678DA4D6}" dt="2024-11-16T13:21:23.539" v="32"/>
          <ac:spMkLst>
            <pc:docMk/>
            <pc:sldMk cId="2457331571" sldId="259"/>
            <ac:spMk id="4" creationId="{107C2A29-25B0-0460-DD72-F8F86EF6BF52}"/>
          </ac:spMkLst>
        </pc:spChg>
        <pc:spChg chg="add del mod">
          <ac:chgData name="[BTECH-036-2023-24] DUDHAT AYUSH HITESHKUMAR" userId="4535b5e5-ff2f-49c3-bae2-03934c4be399" providerId="ADAL" clId="{342A76F9-1BC6-0C41-BB6C-0A9D678DA4D6}" dt="2024-11-16T13:24:57.367" v="62"/>
          <ac:spMkLst>
            <pc:docMk/>
            <pc:sldMk cId="2457331571" sldId="259"/>
            <ac:spMk id="5" creationId="{2DD8F60C-EE99-7DA4-4D42-D1F34A48A795}"/>
          </ac:spMkLst>
        </pc:spChg>
        <pc:spChg chg="mod">
          <ac:chgData name="[BTECH-036-2023-24] DUDHAT AYUSH HITESHKUMAR" userId="4535b5e5-ff2f-49c3-bae2-03934c4be399" providerId="ADAL" clId="{342A76F9-1BC6-0C41-BB6C-0A9D678DA4D6}" dt="2024-11-16T13:24:56.473" v="60" actId="1076"/>
          <ac:spMkLst>
            <pc:docMk/>
            <pc:sldMk cId="2457331571" sldId="259"/>
            <ac:spMk id="7" creationId="{A4BE6252-A7DB-6E4B-4D06-E3E63B25BCDD}"/>
          </ac:spMkLst>
        </pc:spChg>
        <pc:spChg chg="del mod">
          <ac:chgData name="[BTECH-036-2023-24] DUDHAT AYUSH HITESHKUMAR" userId="4535b5e5-ff2f-49c3-bae2-03934c4be399" providerId="ADAL" clId="{342A76F9-1BC6-0C41-BB6C-0A9D678DA4D6}" dt="2024-11-16T13:21:32.574" v="35" actId="478"/>
          <ac:spMkLst>
            <pc:docMk/>
            <pc:sldMk cId="2457331571" sldId="259"/>
            <ac:spMk id="10" creationId="{B18E05EE-57FF-AFA4-1B26-7276B65F623F}"/>
          </ac:spMkLst>
        </pc:spChg>
        <pc:spChg chg="del mod">
          <ac:chgData name="[BTECH-036-2023-24] DUDHAT AYUSH HITESHKUMAR" userId="4535b5e5-ff2f-49c3-bae2-03934c4be399" providerId="ADAL" clId="{342A76F9-1BC6-0C41-BB6C-0A9D678DA4D6}" dt="2024-11-16T13:21:36.414" v="38" actId="478"/>
          <ac:spMkLst>
            <pc:docMk/>
            <pc:sldMk cId="2457331571" sldId="259"/>
            <ac:spMk id="12" creationId="{D9C13F46-888B-7C28-4E6D-545B178D741A}"/>
          </ac:spMkLst>
        </pc:spChg>
        <pc:spChg chg="del">
          <ac:chgData name="[BTECH-036-2023-24] DUDHAT AYUSH HITESHKUMAR" userId="4535b5e5-ff2f-49c3-bae2-03934c4be399" providerId="ADAL" clId="{342A76F9-1BC6-0C41-BB6C-0A9D678DA4D6}" dt="2024-11-16T13:21:40.843" v="39" actId="478"/>
          <ac:spMkLst>
            <pc:docMk/>
            <pc:sldMk cId="2457331571" sldId="259"/>
            <ac:spMk id="15" creationId="{7BE50621-6FD6-C1B6-531F-74169B2879E5}"/>
          </ac:spMkLst>
        </pc:spChg>
        <pc:spChg chg="del">
          <ac:chgData name="[BTECH-036-2023-24] DUDHAT AYUSH HITESHKUMAR" userId="4535b5e5-ff2f-49c3-bae2-03934c4be399" providerId="ADAL" clId="{342A76F9-1BC6-0C41-BB6C-0A9D678DA4D6}" dt="2024-11-16T13:21:42.731" v="40" actId="478"/>
          <ac:spMkLst>
            <pc:docMk/>
            <pc:sldMk cId="2457331571" sldId="259"/>
            <ac:spMk id="17" creationId="{8C0CE459-BEE4-7951-B021-638AF5BB040B}"/>
          </ac:spMkLst>
        </pc:spChg>
        <pc:picChg chg="add del">
          <ac:chgData name="[BTECH-036-2023-24] DUDHAT AYUSH HITESHKUMAR" userId="4535b5e5-ff2f-49c3-bae2-03934c4be399" providerId="ADAL" clId="{342A76F9-1BC6-0C41-BB6C-0A9D678DA4D6}" dt="2024-11-16T13:25:38.132" v="70" actId="478"/>
          <ac:picMkLst>
            <pc:docMk/>
            <pc:sldMk cId="2457331571" sldId="259"/>
            <ac:picMk id="6" creationId="{C3D30181-715C-23DC-CE04-ABF6E429A8D3}"/>
          </ac:picMkLst>
        </pc:picChg>
        <pc:picChg chg="add del">
          <ac:chgData name="[BTECH-036-2023-24] DUDHAT AYUSH HITESHKUMAR" userId="4535b5e5-ff2f-49c3-bae2-03934c4be399" providerId="ADAL" clId="{342A76F9-1BC6-0C41-BB6C-0A9D678DA4D6}" dt="2024-11-16T13:25:36.817" v="69" actId="478"/>
          <ac:picMkLst>
            <pc:docMk/>
            <pc:sldMk cId="2457331571" sldId="259"/>
            <ac:picMk id="8" creationId="{EC3A5452-90DE-684B-5667-E8A52A500E44}"/>
          </ac:picMkLst>
        </pc:picChg>
        <pc:picChg chg="add del mod">
          <ac:chgData name="[BTECH-036-2023-24] DUDHAT AYUSH HITESHKUMAR" userId="4535b5e5-ff2f-49c3-bae2-03934c4be399" providerId="ADAL" clId="{342A76F9-1BC6-0C41-BB6C-0A9D678DA4D6}" dt="2024-11-16T13:25:45.322" v="73" actId="478"/>
          <ac:picMkLst>
            <pc:docMk/>
            <pc:sldMk cId="2457331571" sldId="259"/>
            <ac:picMk id="11" creationId="{6DFA1A81-E311-D571-FC11-A11C1668C4DE}"/>
          </ac:picMkLst>
        </pc:picChg>
        <pc:picChg chg="add del mod">
          <ac:chgData name="[BTECH-036-2023-24] DUDHAT AYUSH HITESHKUMAR" userId="4535b5e5-ff2f-49c3-bae2-03934c4be399" providerId="ADAL" clId="{342A76F9-1BC6-0C41-BB6C-0A9D678DA4D6}" dt="2024-11-16T13:26:09.517" v="78" actId="478"/>
          <ac:picMkLst>
            <pc:docMk/>
            <pc:sldMk cId="2457331571" sldId="259"/>
            <ac:picMk id="14" creationId="{E7F32476-5861-202F-8C9D-041C63DE30F8}"/>
          </ac:picMkLst>
        </pc:picChg>
        <pc:picChg chg="add mod">
          <ac:chgData name="[BTECH-036-2023-24] DUDHAT AYUSH HITESHKUMAR" userId="4535b5e5-ff2f-49c3-bae2-03934c4be399" providerId="ADAL" clId="{342A76F9-1BC6-0C41-BB6C-0A9D678DA4D6}" dt="2024-11-16T14:10:25.612" v="411" actId="14100"/>
          <ac:picMkLst>
            <pc:docMk/>
            <pc:sldMk cId="2457331571" sldId="259"/>
            <ac:picMk id="16" creationId="{9390421E-7D9A-2DFD-D580-A5D3D008AFAC}"/>
          </ac:picMkLst>
        </pc:picChg>
        <pc:picChg chg="add del">
          <ac:chgData name="[BTECH-036-2023-24] DUDHAT AYUSH HITESHKUMAR" userId="4535b5e5-ff2f-49c3-bae2-03934c4be399" providerId="ADAL" clId="{342A76F9-1BC6-0C41-BB6C-0A9D678DA4D6}" dt="2024-11-16T14:10:58.547" v="413" actId="478"/>
          <ac:picMkLst>
            <pc:docMk/>
            <pc:sldMk cId="2457331571" sldId="259"/>
            <ac:picMk id="18" creationId="{A839EF0B-0132-6F08-A99A-786DCD164797}"/>
          </ac:picMkLst>
        </pc:picChg>
        <pc:picChg chg="add mod">
          <ac:chgData name="[BTECH-036-2023-24] DUDHAT AYUSH HITESHKUMAR" userId="4535b5e5-ff2f-49c3-bae2-03934c4be399" providerId="ADAL" clId="{342A76F9-1BC6-0C41-BB6C-0A9D678DA4D6}" dt="2024-11-16T14:11:30.384" v="415" actId="1076"/>
          <ac:picMkLst>
            <pc:docMk/>
            <pc:sldMk cId="2457331571" sldId="259"/>
            <ac:picMk id="1026" creationId="{1B99EFBA-AB51-837D-7C3E-20C8A4F8884C}"/>
          </ac:picMkLst>
        </pc:picChg>
      </pc:sldChg>
      <pc:sldChg chg="addSp delSp modSp mod">
        <pc:chgData name="[BTECH-036-2023-24] DUDHAT AYUSH HITESHKUMAR" userId="4535b5e5-ff2f-49c3-bae2-03934c4be399" providerId="ADAL" clId="{342A76F9-1BC6-0C41-BB6C-0A9D678DA4D6}" dt="2024-11-16T14:12:33.945" v="421" actId="478"/>
        <pc:sldMkLst>
          <pc:docMk/>
          <pc:sldMk cId="1583877023" sldId="260"/>
        </pc:sldMkLst>
        <pc:spChg chg="mod">
          <ac:chgData name="[BTECH-036-2023-24] DUDHAT AYUSH HITESHKUMAR" userId="4535b5e5-ff2f-49c3-bae2-03934c4be399" providerId="ADAL" clId="{342A76F9-1BC6-0C41-BB6C-0A9D678DA4D6}" dt="2024-11-16T13:40:03.755" v="154" actId="20577"/>
          <ac:spMkLst>
            <pc:docMk/>
            <pc:sldMk cId="1583877023" sldId="260"/>
            <ac:spMk id="7" creationId="{EFF0C825-22C9-7818-7749-469C8E6DC180}"/>
          </ac:spMkLst>
        </pc:spChg>
        <pc:picChg chg="add del mod">
          <ac:chgData name="[BTECH-036-2023-24] DUDHAT AYUSH HITESHKUMAR" userId="4535b5e5-ff2f-49c3-bae2-03934c4be399" providerId="ADAL" clId="{342A76F9-1BC6-0C41-BB6C-0A9D678DA4D6}" dt="2024-11-16T13:42:22.457" v="165" actId="478"/>
          <ac:picMkLst>
            <pc:docMk/>
            <pc:sldMk cId="1583877023" sldId="260"/>
            <ac:picMk id="3" creationId="{AF62C206-D0BC-F369-4275-6F27B33C95DD}"/>
          </ac:picMkLst>
        </pc:picChg>
        <pc:picChg chg="add mod">
          <ac:chgData name="[BTECH-036-2023-24] DUDHAT AYUSH HITESHKUMAR" userId="4535b5e5-ff2f-49c3-bae2-03934c4be399" providerId="ADAL" clId="{342A76F9-1BC6-0C41-BB6C-0A9D678DA4D6}" dt="2024-11-16T13:42:24.923" v="166" actId="14100"/>
          <ac:picMkLst>
            <pc:docMk/>
            <pc:sldMk cId="1583877023" sldId="260"/>
            <ac:picMk id="4" creationId="{024EC049-B07C-B018-7E8F-C48A47A48D1D}"/>
          </ac:picMkLst>
        </pc:picChg>
        <pc:picChg chg="add del">
          <ac:chgData name="[BTECH-036-2023-24] DUDHAT AYUSH HITESHKUMAR" userId="4535b5e5-ff2f-49c3-bae2-03934c4be399" providerId="ADAL" clId="{342A76F9-1BC6-0C41-BB6C-0A9D678DA4D6}" dt="2024-11-16T14:12:33.945" v="421" actId="478"/>
          <ac:picMkLst>
            <pc:docMk/>
            <pc:sldMk cId="1583877023" sldId="260"/>
            <ac:picMk id="5" creationId="{4E16B727-D5E4-C1A8-C4F1-B56566C58794}"/>
          </ac:picMkLst>
        </pc:picChg>
        <pc:picChg chg="add mod">
          <ac:chgData name="[BTECH-036-2023-24] DUDHAT AYUSH HITESHKUMAR" userId="4535b5e5-ff2f-49c3-bae2-03934c4be399" providerId="ADAL" clId="{342A76F9-1BC6-0C41-BB6C-0A9D678DA4D6}" dt="2024-11-16T14:12:31.551" v="420" actId="1076"/>
          <ac:picMkLst>
            <pc:docMk/>
            <pc:sldMk cId="1583877023" sldId="260"/>
            <ac:picMk id="6" creationId="{78EAA69F-4065-385B-D1C1-78020A6C9F2C}"/>
          </ac:picMkLst>
        </pc:picChg>
        <pc:picChg chg="del">
          <ac:chgData name="[BTECH-036-2023-24] DUDHAT AYUSH HITESHKUMAR" userId="4535b5e5-ff2f-49c3-bae2-03934c4be399" providerId="ADAL" clId="{342A76F9-1BC6-0C41-BB6C-0A9D678DA4D6}" dt="2024-11-16T13:37:49.827" v="146" actId="478"/>
          <ac:picMkLst>
            <pc:docMk/>
            <pc:sldMk cId="1583877023" sldId="260"/>
            <ac:picMk id="9" creationId="{77A7E539-A14F-E0B0-B4CB-6E44225033C7}"/>
          </ac:picMkLst>
        </pc:picChg>
      </pc:sldChg>
      <pc:sldChg chg="delSp modSp del mod">
        <pc:chgData name="[BTECH-036-2023-24] DUDHAT AYUSH HITESHKUMAR" userId="4535b5e5-ff2f-49c3-bae2-03934c4be399" providerId="ADAL" clId="{342A76F9-1BC6-0C41-BB6C-0A9D678DA4D6}" dt="2024-11-16T13:44:36.331" v="184" actId="2696"/>
        <pc:sldMkLst>
          <pc:docMk/>
          <pc:sldMk cId="3837426948" sldId="261"/>
        </pc:sldMkLst>
        <pc:spChg chg="mod">
          <ac:chgData name="[BTECH-036-2023-24] DUDHAT AYUSH HITESHKUMAR" userId="4535b5e5-ff2f-49c3-bae2-03934c4be399" providerId="ADAL" clId="{342A76F9-1BC6-0C41-BB6C-0A9D678DA4D6}" dt="2024-11-16T13:44:32.487" v="183"/>
          <ac:spMkLst>
            <pc:docMk/>
            <pc:sldMk cId="3837426948" sldId="261"/>
            <ac:spMk id="7" creationId="{D0474E0B-C7E1-1A98-7A88-69EA7E01F683}"/>
          </ac:spMkLst>
        </pc:spChg>
        <pc:picChg chg="del">
          <ac:chgData name="[BTECH-036-2023-24] DUDHAT AYUSH HITESHKUMAR" userId="4535b5e5-ff2f-49c3-bae2-03934c4be399" providerId="ADAL" clId="{342A76F9-1BC6-0C41-BB6C-0A9D678DA4D6}" dt="2024-11-16T13:42:32.877" v="167" actId="478"/>
          <ac:picMkLst>
            <pc:docMk/>
            <pc:sldMk cId="3837426948" sldId="261"/>
            <ac:picMk id="4" creationId="{678783B6-0FC7-1E7B-E6B2-9811DA51F200}"/>
          </ac:picMkLst>
        </pc:picChg>
      </pc:sldChg>
      <pc:sldChg chg="addSp delSp modSp mod">
        <pc:chgData name="[BTECH-036-2023-24] DUDHAT AYUSH HITESHKUMAR" userId="4535b5e5-ff2f-49c3-bae2-03934c4be399" providerId="ADAL" clId="{342A76F9-1BC6-0C41-BB6C-0A9D678DA4D6}" dt="2024-11-16T14:18:30.813" v="452" actId="20577"/>
        <pc:sldMkLst>
          <pc:docMk/>
          <pc:sldMk cId="2043981305" sldId="263"/>
        </pc:sldMkLst>
        <pc:spChg chg="mod">
          <ac:chgData name="[BTECH-036-2023-24] DUDHAT AYUSH HITESHKUMAR" userId="4535b5e5-ff2f-49c3-bae2-03934c4be399" providerId="ADAL" clId="{342A76F9-1BC6-0C41-BB6C-0A9D678DA4D6}" dt="2024-11-16T14:18:30.813" v="452" actId="20577"/>
          <ac:spMkLst>
            <pc:docMk/>
            <pc:sldMk cId="2043981305" sldId="263"/>
            <ac:spMk id="7" creationId="{424613C0-EED2-9C3B-6F3A-7237E9278883}"/>
          </ac:spMkLst>
        </pc:spChg>
        <pc:picChg chg="add mod">
          <ac:chgData name="[BTECH-036-2023-24] DUDHAT AYUSH HITESHKUMAR" userId="4535b5e5-ff2f-49c3-bae2-03934c4be399" providerId="ADAL" clId="{342A76F9-1BC6-0C41-BB6C-0A9D678DA4D6}" dt="2024-11-16T13:48:13.071" v="203" actId="14100"/>
          <ac:picMkLst>
            <pc:docMk/>
            <pc:sldMk cId="2043981305" sldId="263"/>
            <ac:picMk id="3" creationId="{51329013-8D96-4E92-DC59-DED1D01E0ECD}"/>
          </ac:picMkLst>
        </pc:picChg>
        <pc:picChg chg="del">
          <ac:chgData name="[BTECH-036-2023-24] DUDHAT AYUSH HITESHKUMAR" userId="4535b5e5-ff2f-49c3-bae2-03934c4be399" providerId="ADAL" clId="{342A76F9-1BC6-0C41-BB6C-0A9D678DA4D6}" dt="2024-11-16T13:45:02.902" v="185" actId="478"/>
          <ac:picMkLst>
            <pc:docMk/>
            <pc:sldMk cId="2043981305" sldId="263"/>
            <ac:picMk id="4" creationId="{2F982E90-7A48-6584-A1E7-7191E0EFDEA8}"/>
          </ac:picMkLst>
        </pc:picChg>
        <pc:picChg chg="add mod">
          <ac:chgData name="[BTECH-036-2023-24] DUDHAT AYUSH HITESHKUMAR" userId="4535b5e5-ff2f-49c3-bae2-03934c4be399" providerId="ADAL" clId="{342A76F9-1BC6-0C41-BB6C-0A9D678DA4D6}" dt="2024-11-16T14:12:55.903" v="424" actId="1076"/>
          <ac:picMkLst>
            <pc:docMk/>
            <pc:sldMk cId="2043981305" sldId="263"/>
            <ac:picMk id="5" creationId="{F8B904D1-BF29-DC8C-9922-868A16E81CCA}"/>
          </ac:picMkLst>
        </pc:picChg>
      </pc:sldChg>
      <pc:sldChg chg="addSp modSp mod">
        <pc:chgData name="[BTECH-036-2023-24] DUDHAT AYUSH HITESHKUMAR" userId="4535b5e5-ff2f-49c3-bae2-03934c4be399" providerId="ADAL" clId="{342A76F9-1BC6-0C41-BB6C-0A9D678DA4D6}" dt="2024-11-16T14:18:47.383" v="456" actId="20577"/>
        <pc:sldMkLst>
          <pc:docMk/>
          <pc:sldMk cId="3477219000" sldId="264"/>
        </pc:sldMkLst>
        <pc:spChg chg="mod">
          <ac:chgData name="[BTECH-036-2023-24] DUDHAT AYUSH HITESHKUMAR" userId="4535b5e5-ff2f-49c3-bae2-03934c4be399" providerId="ADAL" clId="{342A76F9-1BC6-0C41-BB6C-0A9D678DA4D6}" dt="2024-11-16T14:18:47.383" v="456" actId="20577"/>
          <ac:spMkLst>
            <pc:docMk/>
            <pc:sldMk cId="3477219000" sldId="264"/>
            <ac:spMk id="7" creationId="{A93C589F-627A-AD79-82B5-719A55500BEE}"/>
          </ac:spMkLst>
        </pc:spChg>
        <pc:picChg chg="add mod">
          <ac:chgData name="[BTECH-036-2023-24] DUDHAT AYUSH HITESHKUMAR" userId="4535b5e5-ff2f-49c3-bae2-03934c4be399" providerId="ADAL" clId="{342A76F9-1BC6-0C41-BB6C-0A9D678DA4D6}" dt="2024-11-16T13:56:29.920" v="261" actId="1076"/>
          <ac:picMkLst>
            <pc:docMk/>
            <pc:sldMk cId="3477219000" sldId="264"/>
            <ac:picMk id="3" creationId="{0A23A21F-3E48-4C83-42F0-9140B1815168}"/>
          </ac:picMkLst>
        </pc:picChg>
        <pc:picChg chg="add mod">
          <ac:chgData name="[BTECH-036-2023-24] DUDHAT AYUSH HITESHKUMAR" userId="4535b5e5-ff2f-49c3-bae2-03934c4be399" providerId="ADAL" clId="{342A76F9-1BC6-0C41-BB6C-0A9D678DA4D6}" dt="2024-11-16T14:13:32.604" v="428" actId="1076"/>
          <ac:picMkLst>
            <pc:docMk/>
            <pc:sldMk cId="3477219000" sldId="264"/>
            <ac:picMk id="4" creationId="{4A864882-C558-7369-A80D-467AD8E4F72E}"/>
          </ac:picMkLst>
        </pc:picChg>
      </pc:sldChg>
      <pc:sldChg chg="addSp delSp modSp mod">
        <pc:chgData name="[BTECH-036-2023-24] DUDHAT AYUSH HITESHKUMAR" userId="4535b5e5-ff2f-49c3-bae2-03934c4be399" providerId="ADAL" clId="{342A76F9-1BC6-0C41-BB6C-0A9D678DA4D6}" dt="2024-11-16T14:18:52.108" v="458" actId="20577"/>
        <pc:sldMkLst>
          <pc:docMk/>
          <pc:sldMk cId="2475813361" sldId="265"/>
        </pc:sldMkLst>
        <pc:spChg chg="mod">
          <ac:chgData name="[BTECH-036-2023-24] DUDHAT AYUSH HITESHKUMAR" userId="4535b5e5-ff2f-49c3-bae2-03934c4be399" providerId="ADAL" clId="{342A76F9-1BC6-0C41-BB6C-0A9D678DA4D6}" dt="2024-11-16T14:18:52.108" v="458" actId="20577"/>
          <ac:spMkLst>
            <pc:docMk/>
            <pc:sldMk cId="2475813361" sldId="265"/>
            <ac:spMk id="7" creationId="{E92EFC8F-C3C3-9979-3DDF-38B736D85AF2}"/>
          </ac:spMkLst>
        </pc:spChg>
        <pc:picChg chg="add mod">
          <ac:chgData name="[BTECH-036-2023-24] DUDHAT AYUSH HITESHKUMAR" userId="4535b5e5-ff2f-49c3-bae2-03934c4be399" providerId="ADAL" clId="{342A76F9-1BC6-0C41-BB6C-0A9D678DA4D6}" dt="2024-11-16T13:58:51.090" v="278" actId="14100"/>
          <ac:picMkLst>
            <pc:docMk/>
            <pc:sldMk cId="2475813361" sldId="265"/>
            <ac:picMk id="3" creationId="{13442557-C4FD-9DE1-E142-3A72683A9210}"/>
          </ac:picMkLst>
        </pc:picChg>
        <pc:picChg chg="add mod">
          <ac:chgData name="[BTECH-036-2023-24] DUDHAT AYUSH HITESHKUMAR" userId="4535b5e5-ff2f-49c3-bae2-03934c4be399" providerId="ADAL" clId="{342A76F9-1BC6-0C41-BB6C-0A9D678DA4D6}" dt="2024-11-16T14:14:00.947" v="433" actId="1076"/>
          <ac:picMkLst>
            <pc:docMk/>
            <pc:sldMk cId="2475813361" sldId="265"/>
            <ac:picMk id="4" creationId="{6313701E-CEB9-7B84-7F00-843B74AB0F40}"/>
          </ac:picMkLst>
        </pc:picChg>
        <pc:picChg chg="del">
          <ac:chgData name="[BTECH-036-2023-24] DUDHAT AYUSH HITESHKUMAR" userId="4535b5e5-ff2f-49c3-bae2-03934c4be399" providerId="ADAL" clId="{342A76F9-1BC6-0C41-BB6C-0A9D678DA4D6}" dt="2024-11-16T13:56:43.690" v="262" actId="478"/>
          <ac:picMkLst>
            <pc:docMk/>
            <pc:sldMk cId="2475813361" sldId="265"/>
            <ac:picMk id="6" creationId="{07293281-FE91-B0D2-9BC2-576F3EC91BD6}"/>
          </ac:picMkLst>
        </pc:picChg>
      </pc:sldChg>
      <pc:sldChg chg="addSp modSp mod">
        <pc:chgData name="[BTECH-036-2023-24] DUDHAT AYUSH HITESHKUMAR" userId="4535b5e5-ff2f-49c3-bae2-03934c4be399" providerId="ADAL" clId="{342A76F9-1BC6-0C41-BB6C-0A9D678DA4D6}" dt="2024-11-16T14:20:44.314" v="485" actId="12"/>
        <pc:sldMkLst>
          <pc:docMk/>
          <pc:sldMk cId="2147845237" sldId="266"/>
        </pc:sldMkLst>
        <pc:spChg chg="mod">
          <ac:chgData name="[BTECH-036-2023-24] DUDHAT AYUSH HITESHKUMAR" userId="4535b5e5-ff2f-49c3-bae2-03934c4be399" providerId="ADAL" clId="{342A76F9-1BC6-0C41-BB6C-0A9D678DA4D6}" dt="2024-11-16T14:20:44.314" v="485" actId="12"/>
          <ac:spMkLst>
            <pc:docMk/>
            <pc:sldMk cId="2147845237" sldId="266"/>
            <ac:spMk id="7" creationId="{21E540B1-CF64-5F31-E74D-9EC492A969AC}"/>
          </ac:spMkLst>
        </pc:spChg>
        <pc:picChg chg="add mod">
          <ac:chgData name="[BTECH-036-2023-24] DUDHAT AYUSH HITESHKUMAR" userId="4535b5e5-ff2f-49c3-bae2-03934c4be399" providerId="ADAL" clId="{342A76F9-1BC6-0C41-BB6C-0A9D678DA4D6}" dt="2024-11-16T14:14:22.849" v="435" actId="1076"/>
          <ac:picMkLst>
            <pc:docMk/>
            <pc:sldMk cId="2147845237" sldId="266"/>
            <ac:picMk id="3" creationId="{8B51A97D-2AEA-3FAF-CBA8-00D78D52100F}"/>
          </ac:picMkLst>
        </pc:picChg>
      </pc:sldChg>
      <pc:sldChg chg="addSp modSp mod">
        <pc:chgData name="[BTECH-036-2023-24] DUDHAT AYUSH HITESHKUMAR" userId="4535b5e5-ff2f-49c3-bae2-03934c4be399" providerId="ADAL" clId="{342A76F9-1BC6-0C41-BB6C-0A9D678DA4D6}" dt="2024-11-16T14:19:20.386" v="464" actId="20577"/>
        <pc:sldMkLst>
          <pc:docMk/>
          <pc:sldMk cId="953386227" sldId="267"/>
        </pc:sldMkLst>
        <pc:spChg chg="mod">
          <ac:chgData name="[BTECH-036-2023-24] DUDHAT AYUSH HITESHKUMAR" userId="4535b5e5-ff2f-49c3-bae2-03934c4be399" providerId="ADAL" clId="{342A76F9-1BC6-0C41-BB6C-0A9D678DA4D6}" dt="2024-11-16T14:19:20.386" v="464" actId="20577"/>
          <ac:spMkLst>
            <pc:docMk/>
            <pc:sldMk cId="953386227" sldId="267"/>
            <ac:spMk id="5" creationId="{42EAAF53-5DAE-169A-E23E-0427CE675410}"/>
          </ac:spMkLst>
        </pc:spChg>
        <pc:picChg chg="add mod">
          <ac:chgData name="[BTECH-036-2023-24] DUDHAT AYUSH HITESHKUMAR" userId="4535b5e5-ff2f-49c3-bae2-03934c4be399" providerId="ADAL" clId="{342A76F9-1BC6-0C41-BB6C-0A9D678DA4D6}" dt="2024-11-16T14:14:47.225" v="439" actId="1076"/>
          <ac:picMkLst>
            <pc:docMk/>
            <pc:sldMk cId="953386227" sldId="267"/>
            <ac:picMk id="3" creationId="{3ED808A3-079B-6EE0-6A1D-B86177CEADA9}"/>
          </ac:picMkLst>
        </pc:picChg>
      </pc:sldChg>
      <pc:sldChg chg="addSp modSp mod">
        <pc:chgData name="[BTECH-036-2023-24] DUDHAT AYUSH HITESHKUMAR" userId="4535b5e5-ff2f-49c3-bae2-03934c4be399" providerId="ADAL" clId="{342A76F9-1BC6-0C41-BB6C-0A9D678DA4D6}" dt="2024-11-16T14:19:26.191" v="466" actId="20577"/>
        <pc:sldMkLst>
          <pc:docMk/>
          <pc:sldMk cId="3339922063" sldId="268"/>
        </pc:sldMkLst>
        <pc:spChg chg="mod">
          <ac:chgData name="[BTECH-036-2023-24] DUDHAT AYUSH HITESHKUMAR" userId="4535b5e5-ff2f-49c3-bae2-03934c4be399" providerId="ADAL" clId="{342A76F9-1BC6-0C41-BB6C-0A9D678DA4D6}" dt="2024-11-16T14:19:26.191" v="466" actId="20577"/>
          <ac:spMkLst>
            <pc:docMk/>
            <pc:sldMk cId="3339922063" sldId="268"/>
            <ac:spMk id="7" creationId="{CAB51E04-3150-09E1-E568-CAD88FB46400}"/>
          </ac:spMkLst>
        </pc:spChg>
        <pc:picChg chg="add mod">
          <ac:chgData name="[BTECH-036-2023-24] DUDHAT AYUSH HITESHKUMAR" userId="4535b5e5-ff2f-49c3-bae2-03934c4be399" providerId="ADAL" clId="{342A76F9-1BC6-0C41-BB6C-0A9D678DA4D6}" dt="2024-11-16T14:15:09.402" v="441" actId="1076"/>
          <ac:picMkLst>
            <pc:docMk/>
            <pc:sldMk cId="3339922063" sldId="268"/>
            <ac:picMk id="3" creationId="{B58FCE03-AF7E-3F94-CDBF-7C816F5E0EFC}"/>
          </ac:picMkLst>
        </pc:picChg>
      </pc:sldChg>
      <pc:sldChg chg="addSp delSp modSp mod">
        <pc:chgData name="[BTECH-036-2023-24] DUDHAT AYUSH HITESHKUMAR" userId="4535b5e5-ff2f-49c3-bae2-03934c4be399" providerId="ADAL" clId="{342A76F9-1BC6-0C41-BB6C-0A9D678DA4D6}" dt="2024-11-16T14:20:22.897" v="483"/>
        <pc:sldMkLst>
          <pc:docMk/>
          <pc:sldMk cId="705739871" sldId="270"/>
        </pc:sldMkLst>
        <pc:spChg chg="add del mod">
          <ac:chgData name="[BTECH-036-2023-24] DUDHAT AYUSH HITESHKUMAR" userId="4535b5e5-ff2f-49c3-bae2-03934c4be399" providerId="ADAL" clId="{342A76F9-1BC6-0C41-BB6C-0A9D678DA4D6}" dt="2024-11-16T14:20:22.897" v="483"/>
          <ac:spMkLst>
            <pc:docMk/>
            <pc:sldMk cId="705739871" sldId="270"/>
            <ac:spMk id="5" creationId="{827ACA3E-8412-60C6-19AA-23D59B800783}"/>
          </ac:spMkLst>
        </pc:spChg>
        <pc:spChg chg="mod">
          <ac:chgData name="[BTECH-036-2023-24] DUDHAT AYUSH HITESHKUMAR" userId="4535b5e5-ff2f-49c3-bae2-03934c4be399" providerId="ADAL" clId="{342A76F9-1BC6-0C41-BB6C-0A9D678DA4D6}" dt="2024-11-16T14:20:19.531" v="480" actId="1076"/>
          <ac:spMkLst>
            <pc:docMk/>
            <pc:sldMk cId="705739871" sldId="270"/>
            <ac:spMk id="7" creationId="{BA1350B0-E5EF-ED7F-418C-BF85F37E4441}"/>
          </ac:spMkLst>
        </pc:spChg>
        <pc:picChg chg="add mod">
          <ac:chgData name="[BTECH-036-2023-24] DUDHAT AYUSH HITESHKUMAR" userId="4535b5e5-ff2f-49c3-bae2-03934c4be399" providerId="ADAL" clId="{342A76F9-1BC6-0C41-BB6C-0A9D678DA4D6}" dt="2024-11-16T14:05:02.945" v="340" actId="14100"/>
          <ac:picMkLst>
            <pc:docMk/>
            <pc:sldMk cId="705739871" sldId="270"/>
            <ac:picMk id="3" creationId="{66D26082-F0B5-3041-1B94-E730F9CFF3F9}"/>
          </ac:picMkLst>
        </pc:picChg>
        <pc:picChg chg="add mod">
          <ac:chgData name="[BTECH-036-2023-24] DUDHAT AYUSH HITESHKUMAR" userId="4535b5e5-ff2f-49c3-bae2-03934c4be399" providerId="ADAL" clId="{342A76F9-1BC6-0C41-BB6C-0A9D678DA4D6}" dt="2024-11-16T14:15:23.860" v="443" actId="1076"/>
          <ac:picMkLst>
            <pc:docMk/>
            <pc:sldMk cId="705739871" sldId="270"/>
            <ac:picMk id="4" creationId="{49E7354A-0544-CFFD-D83F-CCD5419870C9}"/>
          </ac:picMkLst>
        </pc:picChg>
      </pc:sldChg>
      <pc:sldChg chg="addSp delSp modSp mod">
        <pc:chgData name="[BTECH-036-2023-24] DUDHAT AYUSH HITESHKUMAR" userId="4535b5e5-ff2f-49c3-bae2-03934c4be399" providerId="ADAL" clId="{342A76F9-1BC6-0C41-BB6C-0A9D678DA4D6}" dt="2024-11-19T16:43:13.420" v="578" actId="767"/>
        <pc:sldMkLst>
          <pc:docMk/>
          <pc:sldMk cId="3636099230" sldId="271"/>
        </pc:sldMkLst>
        <pc:spChg chg="mod">
          <ac:chgData name="[BTECH-036-2023-24] DUDHAT AYUSH HITESHKUMAR" userId="4535b5e5-ff2f-49c3-bae2-03934c4be399" providerId="ADAL" clId="{342A76F9-1BC6-0C41-BB6C-0A9D678DA4D6}" dt="2024-11-16T14:08:37.409" v="401" actId="113"/>
          <ac:spMkLst>
            <pc:docMk/>
            <pc:sldMk cId="3636099230" sldId="271"/>
            <ac:spMk id="3" creationId="{E5707F77-2556-5E7C-231C-432F1BEDE78A}"/>
          </ac:spMkLst>
        </pc:spChg>
        <pc:spChg chg="mod">
          <ac:chgData name="[BTECH-036-2023-24] DUDHAT AYUSH HITESHKUMAR" userId="4535b5e5-ff2f-49c3-bae2-03934c4be399" providerId="ADAL" clId="{342A76F9-1BC6-0C41-BB6C-0A9D678DA4D6}" dt="2024-11-16T14:19:49.195" v="476" actId="20577"/>
          <ac:spMkLst>
            <pc:docMk/>
            <pc:sldMk cId="3636099230" sldId="271"/>
            <ac:spMk id="4" creationId="{FA3A5E4D-1224-0291-46CA-B582B51C398D}"/>
          </ac:spMkLst>
        </pc:spChg>
        <pc:spChg chg="add mod">
          <ac:chgData name="[BTECH-036-2023-24] DUDHAT AYUSH HITESHKUMAR" userId="4535b5e5-ff2f-49c3-bae2-03934c4be399" providerId="ADAL" clId="{342A76F9-1BC6-0C41-BB6C-0A9D678DA4D6}" dt="2024-11-19T16:43:08.497" v="576" actId="767"/>
          <ac:spMkLst>
            <pc:docMk/>
            <pc:sldMk cId="3636099230" sldId="271"/>
            <ac:spMk id="6" creationId="{56DB041F-21D5-07E9-A9D4-82A63A0C95EB}"/>
          </ac:spMkLst>
        </pc:spChg>
        <pc:spChg chg="add del mod">
          <ac:chgData name="[BTECH-036-2023-24] DUDHAT AYUSH HITESHKUMAR" userId="4535b5e5-ff2f-49c3-bae2-03934c4be399" providerId="ADAL" clId="{342A76F9-1BC6-0C41-BB6C-0A9D678DA4D6}" dt="2024-11-16T14:15:59.546" v="450"/>
          <ac:spMkLst>
            <pc:docMk/>
            <pc:sldMk cId="3636099230" sldId="271"/>
            <ac:spMk id="6" creationId="{6B08CC33-2D76-7020-3D33-6CC0E809510C}"/>
          </ac:spMkLst>
        </pc:spChg>
        <pc:spChg chg="add mod">
          <ac:chgData name="[BTECH-036-2023-24] DUDHAT AYUSH HITESHKUMAR" userId="4535b5e5-ff2f-49c3-bae2-03934c4be399" providerId="ADAL" clId="{342A76F9-1BC6-0C41-BB6C-0A9D678DA4D6}" dt="2024-11-19T16:43:11.197" v="577" actId="767"/>
          <ac:spMkLst>
            <pc:docMk/>
            <pc:sldMk cId="3636099230" sldId="271"/>
            <ac:spMk id="7" creationId="{D965EEE4-5D31-70A0-D301-4AF76CEBD62D}"/>
          </ac:spMkLst>
        </pc:spChg>
        <pc:spChg chg="add mod">
          <ac:chgData name="[BTECH-036-2023-24] DUDHAT AYUSH HITESHKUMAR" userId="4535b5e5-ff2f-49c3-bae2-03934c4be399" providerId="ADAL" clId="{342A76F9-1BC6-0C41-BB6C-0A9D678DA4D6}" dt="2024-11-19T16:43:13.420" v="578" actId="767"/>
          <ac:spMkLst>
            <pc:docMk/>
            <pc:sldMk cId="3636099230" sldId="271"/>
            <ac:spMk id="8" creationId="{7AFEE6FB-AAB9-E389-2498-EDABC168BBBF}"/>
          </ac:spMkLst>
        </pc:spChg>
        <pc:picChg chg="add mod">
          <ac:chgData name="[BTECH-036-2023-24] DUDHAT AYUSH HITESHKUMAR" userId="4535b5e5-ff2f-49c3-bae2-03934c4be399" providerId="ADAL" clId="{342A76F9-1BC6-0C41-BB6C-0A9D678DA4D6}" dt="2024-11-16T14:15:56.624" v="448" actId="1076"/>
          <ac:picMkLst>
            <pc:docMk/>
            <pc:sldMk cId="3636099230" sldId="271"/>
            <ac:picMk id="5" creationId="{CE980AE8-D2C4-3073-A07B-C819E0C1F9BF}"/>
          </ac:picMkLst>
        </pc:picChg>
      </pc:sldChg>
      <pc:sldChg chg="addSp delSp modSp add mod">
        <pc:chgData name="[BTECH-036-2023-24] DUDHAT AYUSH HITESHKUMAR" userId="4535b5e5-ff2f-49c3-bae2-03934c4be399" providerId="ADAL" clId="{342A76F9-1BC6-0C41-BB6C-0A9D678DA4D6}" dt="2024-11-16T14:21:44.181" v="490" actId="12"/>
        <pc:sldMkLst>
          <pc:docMk/>
          <pc:sldMk cId="360357773" sldId="272"/>
        </pc:sldMkLst>
        <pc:spChg chg="add del">
          <ac:chgData name="[BTECH-036-2023-24] DUDHAT AYUSH HITESHKUMAR" userId="4535b5e5-ff2f-49c3-bae2-03934c4be399" providerId="ADAL" clId="{342A76F9-1BC6-0C41-BB6C-0A9D678DA4D6}" dt="2024-11-16T13:33:22.576" v="100" actId="22"/>
          <ac:spMkLst>
            <pc:docMk/>
            <pc:sldMk cId="360357773" sldId="272"/>
            <ac:spMk id="4" creationId="{DE1113C2-12AC-0D46-CDAC-D111B08D9469}"/>
          </ac:spMkLst>
        </pc:spChg>
        <pc:spChg chg="del">
          <ac:chgData name="[BTECH-036-2023-24] DUDHAT AYUSH HITESHKUMAR" userId="4535b5e5-ff2f-49c3-bae2-03934c4be399" providerId="ADAL" clId="{342A76F9-1BC6-0C41-BB6C-0A9D678DA4D6}" dt="2024-11-16T13:27:55.622" v="85" actId="478"/>
          <ac:spMkLst>
            <pc:docMk/>
            <pc:sldMk cId="360357773" sldId="272"/>
            <ac:spMk id="7" creationId="{892F76DE-5B94-C67D-DC86-BA971AD98D33}"/>
          </ac:spMkLst>
        </pc:spChg>
        <pc:spChg chg="add del mod">
          <ac:chgData name="[BTECH-036-2023-24] DUDHAT AYUSH HITESHKUMAR" userId="4535b5e5-ff2f-49c3-bae2-03934c4be399" providerId="ADAL" clId="{342A76F9-1BC6-0C41-BB6C-0A9D678DA4D6}" dt="2024-11-16T14:21:44.181" v="490" actId="12"/>
          <ac:spMkLst>
            <pc:docMk/>
            <pc:sldMk cId="360357773" sldId="272"/>
            <ac:spMk id="10" creationId="{8EB58F3A-D18F-2C0C-CE20-8930E10AD2BF}"/>
          </ac:spMkLst>
        </pc:spChg>
        <pc:spChg chg="add del mod">
          <ac:chgData name="[BTECH-036-2023-24] DUDHAT AYUSH HITESHKUMAR" userId="4535b5e5-ff2f-49c3-bae2-03934c4be399" providerId="ADAL" clId="{342A76F9-1BC6-0C41-BB6C-0A9D678DA4D6}" dt="2024-11-16T13:33:36.764" v="106" actId="478"/>
          <ac:spMkLst>
            <pc:docMk/>
            <pc:sldMk cId="360357773" sldId="272"/>
            <ac:spMk id="12" creationId="{63530DC2-D0B0-1C4E-31AD-840A41AF1876}"/>
          </ac:spMkLst>
        </pc:spChg>
        <pc:spChg chg="add del mod">
          <ac:chgData name="[BTECH-036-2023-24] DUDHAT AYUSH HITESHKUMAR" userId="4535b5e5-ff2f-49c3-bae2-03934c4be399" providerId="ADAL" clId="{342A76F9-1BC6-0C41-BB6C-0A9D678DA4D6}" dt="2024-11-16T13:33:35.466" v="105" actId="478"/>
          <ac:spMkLst>
            <pc:docMk/>
            <pc:sldMk cId="360357773" sldId="272"/>
            <ac:spMk id="15" creationId="{04824BC5-E1DE-9356-77FD-3539E5801FDE}"/>
          </ac:spMkLst>
        </pc:spChg>
        <pc:spChg chg="add del mod">
          <ac:chgData name="[BTECH-036-2023-24] DUDHAT AYUSH HITESHKUMAR" userId="4535b5e5-ff2f-49c3-bae2-03934c4be399" providerId="ADAL" clId="{342A76F9-1BC6-0C41-BB6C-0A9D678DA4D6}" dt="2024-11-16T13:33:33.143" v="104" actId="478"/>
          <ac:spMkLst>
            <pc:docMk/>
            <pc:sldMk cId="360357773" sldId="272"/>
            <ac:spMk id="17" creationId="{7011593A-3D63-9A95-6BE5-F3155E6CF824}"/>
          </ac:spMkLst>
        </pc:spChg>
        <pc:picChg chg="add mod">
          <ac:chgData name="[BTECH-036-2023-24] DUDHAT AYUSH HITESHKUMAR" userId="4535b5e5-ff2f-49c3-bae2-03934c4be399" providerId="ADAL" clId="{342A76F9-1BC6-0C41-BB6C-0A9D678DA4D6}" dt="2024-11-16T13:37:08.701" v="132" actId="14100"/>
          <ac:picMkLst>
            <pc:docMk/>
            <pc:sldMk cId="360357773" sldId="272"/>
            <ac:picMk id="5" creationId="{24E9E258-BD06-57FA-7D6F-EDE17C0E45B0}"/>
          </ac:picMkLst>
        </pc:picChg>
        <pc:picChg chg="add mod">
          <ac:chgData name="[BTECH-036-2023-24] DUDHAT AYUSH HITESHKUMAR" userId="4535b5e5-ff2f-49c3-bae2-03934c4be399" providerId="ADAL" clId="{342A76F9-1BC6-0C41-BB6C-0A9D678DA4D6}" dt="2024-11-16T13:37:33.745" v="140" actId="1076"/>
          <ac:picMkLst>
            <pc:docMk/>
            <pc:sldMk cId="360357773" sldId="272"/>
            <ac:picMk id="6" creationId="{FDB88CE3-E2C2-C86E-484A-4B35125413FD}"/>
          </ac:picMkLst>
        </pc:picChg>
        <pc:picChg chg="add mod">
          <ac:chgData name="[BTECH-036-2023-24] DUDHAT AYUSH HITESHKUMAR" userId="4535b5e5-ff2f-49c3-bae2-03934c4be399" providerId="ADAL" clId="{342A76F9-1BC6-0C41-BB6C-0A9D678DA4D6}" dt="2024-11-16T13:37:12.785" v="134" actId="1076"/>
          <ac:picMkLst>
            <pc:docMk/>
            <pc:sldMk cId="360357773" sldId="272"/>
            <ac:picMk id="8" creationId="{C2C3DCD6-B9B3-002C-FC6E-A1C2C7B5522F}"/>
          </ac:picMkLst>
        </pc:picChg>
        <pc:picChg chg="add mod">
          <ac:chgData name="[BTECH-036-2023-24] DUDHAT AYUSH HITESHKUMAR" userId="4535b5e5-ff2f-49c3-bae2-03934c4be399" providerId="ADAL" clId="{342A76F9-1BC6-0C41-BB6C-0A9D678DA4D6}" dt="2024-11-16T13:37:42.729" v="145" actId="1076"/>
          <ac:picMkLst>
            <pc:docMk/>
            <pc:sldMk cId="360357773" sldId="272"/>
            <ac:picMk id="9" creationId="{A0DBD2E2-DC57-A103-AEE1-E2E4733B1C7C}"/>
          </ac:picMkLst>
        </pc:picChg>
        <pc:picChg chg="add mod">
          <ac:chgData name="[BTECH-036-2023-24] DUDHAT AYUSH HITESHKUMAR" userId="4535b5e5-ff2f-49c3-bae2-03934c4be399" providerId="ADAL" clId="{342A76F9-1BC6-0C41-BB6C-0A9D678DA4D6}" dt="2024-11-16T14:11:47.658" v="417" actId="1076"/>
          <ac:picMkLst>
            <pc:docMk/>
            <pc:sldMk cId="360357773" sldId="272"/>
            <ac:picMk id="11" creationId="{B3B42B28-398E-322C-6F33-7C0BC300F72E}"/>
          </ac:picMkLst>
        </pc:picChg>
      </pc:sldChg>
      <pc:sldChg chg="addSp modSp add mod ord">
        <pc:chgData name="[BTECH-036-2023-24] DUDHAT AYUSH HITESHKUMAR" userId="4535b5e5-ff2f-49c3-bae2-03934c4be399" providerId="ADAL" clId="{342A76F9-1BC6-0C41-BB6C-0A9D678DA4D6}" dt="2024-11-16T14:21:25.523" v="489" actId="20577"/>
        <pc:sldMkLst>
          <pc:docMk/>
          <pc:sldMk cId="839015054" sldId="273"/>
        </pc:sldMkLst>
        <pc:spChg chg="mod">
          <ac:chgData name="[BTECH-036-2023-24] DUDHAT AYUSH HITESHKUMAR" userId="4535b5e5-ff2f-49c3-bae2-03934c4be399" providerId="ADAL" clId="{342A76F9-1BC6-0C41-BB6C-0A9D678DA4D6}" dt="2024-11-16T14:21:25.523" v="489" actId="20577"/>
          <ac:spMkLst>
            <pc:docMk/>
            <pc:sldMk cId="839015054" sldId="273"/>
            <ac:spMk id="7" creationId="{E8F47113-6133-ABC9-07D8-F6E1F36417BC}"/>
          </ac:spMkLst>
        </pc:spChg>
        <pc:picChg chg="add mod">
          <ac:chgData name="[BTECH-036-2023-24] DUDHAT AYUSH HITESHKUMAR" userId="4535b5e5-ff2f-49c3-bae2-03934c4be399" providerId="ADAL" clId="{342A76F9-1BC6-0C41-BB6C-0A9D678DA4D6}" dt="2024-11-16T13:52:26.775" v="238" actId="1076"/>
          <ac:picMkLst>
            <pc:docMk/>
            <pc:sldMk cId="839015054" sldId="273"/>
            <ac:picMk id="3" creationId="{622B8BB9-4C36-5AD0-E3E0-3502BF078330}"/>
          </ac:picMkLst>
        </pc:picChg>
        <pc:picChg chg="add mod">
          <ac:chgData name="[BTECH-036-2023-24] DUDHAT AYUSH HITESHKUMAR" userId="4535b5e5-ff2f-49c3-bae2-03934c4be399" providerId="ADAL" clId="{342A76F9-1BC6-0C41-BB6C-0A9D678DA4D6}" dt="2024-11-16T14:13:12.751" v="426" actId="1076"/>
          <ac:picMkLst>
            <pc:docMk/>
            <pc:sldMk cId="839015054" sldId="273"/>
            <ac:picMk id="4" creationId="{9278809E-83C6-332C-BB84-AFA7FC4203F7}"/>
          </ac:picMkLst>
        </pc:picChg>
      </pc:sldChg>
      <pc:sldChg chg="addSp modSp add mod">
        <pc:chgData name="[BTECH-036-2023-24] DUDHAT AYUSH HITESHKUMAR" userId="4535b5e5-ff2f-49c3-bae2-03934c4be399" providerId="ADAL" clId="{342A76F9-1BC6-0C41-BB6C-0A9D678DA4D6}" dt="2024-11-16T14:20:49.961" v="486" actId="12"/>
        <pc:sldMkLst>
          <pc:docMk/>
          <pc:sldMk cId="902036119" sldId="274"/>
        </pc:sldMkLst>
        <pc:spChg chg="mod">
          <ac:chgData name="[BTECH-036-2023-24] DUDHAT AYUSH HITESHKUMAR" userId="4535b5e5-ff2f-49c3-bae2-03934c4be399" providerId="ADAL" clId="{342A76F9-1BC6-0C41-BB6C-0A9D678DA4D6}" dt="2024-11-16T14:20:49.961" v="486" actId="12"/>
          <ac:spMkLst>
            <pc:docMk/>
            <pc:sldMk cId="902036119" sldId="274"/>
            <ac:spMk id="7" creationId="{0C764E67-A15C-8EB2-DD5C-86B5E8E43A94}"/>
          </ac:spMkLst>
        </pc:spChg>
        <pc:picChg chg="add mod">
          <ac:chgData name="[BTECH-036-2023-24] DUDHAT AYUSH HITESHKUMAR" userId="4535b5e5-ff2f-49c3-bae2-03934c4be399" providerId="ADAL" clId="{342A76F9-1BC6-0C41-BB6C-0A9D678DA4D6}" dt="2024-11-16T14:14:35.137" v="437" actId="1076"/>
          <ac:picMkLst>
            <pc:docMk/>
            <pc:sldMk cId="902036119" sldId="274"/>
            <ac:picMk id="3" creationId="{7E487942-8ACC-0314-2DEC-47E5148BE935}"/>
          </ac:picMkLst>
        </pc:picChg>
      </pc:sldChg>
      <pc:sldChg chg="addSp modSp add mod">
        <pc:chgData name="[BTECH-036-2023-24] DUDHAT AYUSH HITESHKUMAR" userId="4535b5e5-ff2f-49c3-bae2-03934c4be399" providerId="ADAL" clId="{342A76F9-1BC6-0C41-BB6C-0A9D678DA4D6}" dt="2024-11-16T14:20:08.765" v="478" actId="1076"/>
        <pc:sldMkLst>
          <pc:docMk/>
          <pc:sldMk cId="940350171" sldId="275"/>
        </pc:sldMkLst>
        <pc:spChg chg="mod">
          <ac:chgData name="[BTECH-036-2023-24] DUDHAT AYUSH HITESHKUMAR" userId="4535b5e5-ff2f-49c3-bae2-03934c4be399" providerId="ADAL" clId="{342A76F9-1BC6-0C41-BB6C-0A9D678DA4D6}" dt="2024-11-16T14:20:08.765" v="478" actId="1076"/>
          <ac:spMkLst>
            <pc:docMk/>
            <pc:sldMk cId="940350171" sldId="275"/>
            <ac:spMk id="7" creationId="{EC35378A-B6C5-A04E-DE32-F14A083D1D63}"/>
          </ac:spMkLst>
        </pc:spChg>
        <pc:picChg chg="add mod">
          <ac:chgData name="[BTECH-036-2023-24] DUDHAT AYUSH HITESHKUMAR" userId="4535b5e5-ff2f-49c3-bae2-03934c4be399" providerId="ADAL" clId="{342A76F9-1BC6-0C41-BB6C-0A9D678DA4D6}" dt="2024-11-16T14:05:40.932" v="347" actId="14100"/>
          <ac:picMkLst>
            <pc:docMk/>
            <pc:sldMk cId="940350171" sldId="275"/>
            <ac:picMk id="3" creationId="{F159C716-AED6-A77A-0D39-FD1251A42B42}"/>
          </ac:picMkLst>
        </pc:picChg>
        <pc:picChg chg="add mod">
          <ac:chgData name="[BTECH-036-2023-24] DUDHAT AYUSH HITESHKUMAR" userId="4535b5e5-ff2f-49c3-bae2-03934c4be399" providerId="ADAL" clId="{342A76F9-1BC6-0C41-BB6C-0A9D678DA4D6}" dt="2024-11-16T14:15:37.087" v="445" actId="1076"/>
          <ac:picMkLst>
            <pc:docMk/>
            <pc:sldMk cId="940350171" sldId="275"/>
            <ac:picMk id="4" creationId="{F01D4DC1-B7A2-B69B-9B94-2F856D860FA1}"/>
          </ac:picMkLst>
        </pc:picChg>
      </pc:sldChg>
      <pc:sldChg chg="addSp modSp new mod">
        <pc:chgData name="[BTECH-036-2023-24] DUDHAT AYUSH HITESHKUMAR" userId="4535b5e5-ff2f-49c3-bae2-03934c4be399" providerId="ADAL" clId="{342A76F9-1BC6-0C41-BB6C-0A9D678DA4D6}" dt="2024-11-16T14:09:19.228" v="408" actId="1076"/>
        <pc:sldMkLst>
          <pc:docMk/>
          <pc:sldMk cId="1133410443" sldId="276"/>
        </pc:sldMkLst>
        <pc:picChg chg="add mod">
          <ac:chgData name="[BTECH-036-2023-24] DUDHAT AYUSH HITESHKUMAR" userId="4535b5e5-ff2f-49c3-bae2-03934c4be399" providerId="ADAL" clId="{342A76F9-1BC6-0C41-BB6C-0A9D678DA4D6}" dt="2024-11-16T14:09:19.228" v="408" actId="1076"/>
          <ac:picMkLst>
            <pc:docMk/>
            <pc:sldMk cId="1133410443" sldId="276"/>
            <ac:picMk id="3" creationId="{3A1824D6-B8A9-7174-7DB4-935DB2FC112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D70A49-1856-4D2A-AA4F-175BED52A897}" type="datetimeFigureOut">
              <a:rPr lang="en-US" smtClean="0"/>
              <a:t>4/21/25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D170DC-4667-408C-B31B-E7C704AB318E}" type="slidenum">
              <a:rPr lang="en-US" smtClean="0"/>
              <a:t>‹#›</a:t>
            </a:fld>
            <a:endParaRPr lang="en-US"/>
          </a:p>
        </p:txBody>
      </p:sp>
    </p:spTree>
    <p:extLst>
      <p:ext uri="{BB962C8B-B14F-4D97-AF65-F5344CB8AC3E}">
        <p14:creationId xmlns:p14="http://schemas.microsoft.com/office/powerpoint/2010/main" val="19020317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C4E70-CA24-3E57-E3E5-63A01789B2A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E19796C-EFAE-1C82-5E4D-EA1946C739E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108E006-3938-6BDE-A862-D11A1EEAB5F4}"/>
              </a:ext>
            </a:extLst>
          </p:cNvPr>
          <p:cNvSpPr>
            <a:spLocks noGrp="1"/>
          </p:cNvSpPr>
          <p:nvPr>
            <p:ph type="dt" sz="half" idx="10"/>
          </p:nvPr>
        </p:nvSpPr>
        <p:spPr/>
        <p:txBody>
          <a:bodyPr/>
          <a:lstStyle/>
          <a:p>
            <a:r>
              <a:rPr lang="en-US"/>
              <a:t>Paper ID:</a:t>
            </a:r>
          </a:p>
        </p:txBody>
      </p:sp>
      <p:sp>
        <p:nvSpPr>
          <p:cNvPr id="6" name="Slide Number Placeholder 5">
            <a:extLst>
              <a:ext uri="{FF2B5EF4-FFF2-40B4-BE49-F238E27FC236}">
                <a16:creationId xmlns:a16="http://schemas.microsoft.com/office/drawing/2014/main" id="{CC52D7C0-6F1E-98C0-EA15-F33067C23C31}"/>
              </a:ext>
            </a:extLst>
          </p:cNvPr>
          <p:cNvSpPr>
            <a:spLocks noGrp="1"/>
          </p:cNvSpPr>
          <p:nvPr>
            <p:ph type="sldNum" sz="quarter" idx="12"/>
          </p:nvPr>
        </p:nvSpPr>
        <p:spPr/>
        <p:txBody>
          <a:bodyPr/>
          <a:lstStyle/>
          <a:p>
            <a:fld id="{7B1AD4E9-9375-4978-A563-9EBD39E6D713}" type="slidenum">
              <a:rPr lang="en-US" smtClean="0"/>
              <a:t>‹#›</a:t>
            </a:fld>
            <a:endParaRPr lang="en-US"/>
          </a:p>
        </p:txBody>
      </p:sp>
    </p:spTree>
    <p:extLst>
      <p:ext uri="{BB962C8B-B14F-4D97-AF65-F5344CB8AC3E}">
        <p14:creationId xmlns:p14="http://schemas.microsoft.com/office/powerpoint/2010/main" val="11670081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Ref idx="1002">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47D2B92-F231-218B-141A-C35C3D4B1B7B}"/>
              </a:ext>
            </a:extLst>
          </p:cNvPr>
          <p:cNvSpPr>
            <a:spLocks noGrp="1"/>
          </p:cNvSpPr>
          <p:nvPr>
            <p:ph type="dt" sz="half" idx="10"/>
          </p:nvPr>
        </p:nvSpPr>
        <p:spPr>
          <a:xfrm>
            <a:off x="838200" y="6356350"/>
            <a:ext cx="1482969" cy="365125"/>
          </a:xfrm>
        </p:spPr>
        <p:txBody>
          <a:bodyPr/>
          <a:lstStyle>
            <a:lvl1pPr>
              <a:defRPr/>
            </a:lvl1pPr>
          </a:lstStyle>
          <a:p>
            <a:r>
              <a:rPr lang="en-US"/>
              <a:t>Paper ID:</a:t>
            </a:r>
            <a:endParaRPr lang="en-US" dirty="0"/>
          </a:p>
        </p:txBody>
      </p:sp>
      <p:sp>
        <p:nvSpPr>
          <p:cNvPr id="6" name="Slide Number Placeholder 5">
            <a:extLst>
              <a:ext uri="{FF2B5EF4-FFF2-40B4-BE49-F238E27FC236}">
                <a16:creationId xmlns:a16="http://schemas.microsoft.com/office/drawing/2014/main" id="{228CBD2A-8BB7-2144-C698-AFBB8B833A24}"/>
              </a:ext>
            </a:extLst>
          </p:cNvPr>
          <p:cNvSpPr>
            <a:spLocks noGrp="1"/>
          </p:cNvSpPr>
          <p:nvPr>
            <p:ph type="sldNum" sz="quarter" idx="12"/>
          </p:nvPr>
        </p:nvSpPr>
        <p:spPr/>
        <p:txBody>
          <a:bodyPr/>
          <a:lstStyle/>
          <a:p>
            <a:fld id="{7B1AD4E9-9375-4978-A563-9EBD39E6D713}" type="slidenum">
              <a:rPr lang="en-US" smtClean="0"/>
              <a:t>‹#›</a:t>
            </a:fld>
            <a:endParaRPr lang="en-US"/>
          </a:p>
        </p:txBody>
      </p:sp>
      <p:sp>
        <p:nvSpPr>
          <p:cNvPr id="13" name="Rectangle 12">
            <a:extLst>
              <a:ext uri="{FF2B5EF4-FFF2-40B4-BE49-F238E27FC236}">
                <a16:creationId xmlns:a16="http://schemas.microsoft.com/office/drawing/2014/main" id="{06A7AB15-6039-452C-CCB9-8E420B828298}"/>
              </a:ext>
            </a:extLst>
          </p:cNvPr>
          <p:cNvSpPr/>
          <p:nvPr userDrawn="1"/>
        </p:nvSpPr>
        <p:spPr>
          <a:xfrm>
            <a:off x="0" y="1385764"/>
            <a:ext cx="12191999" cy="129192"/>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88878DF9-BB3C-20F3-E112-D390763A7B4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2834" y="136525"/>
            <a:ext cx="2933700" cy="99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27542991"/>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FD4F8-04E6-CDC0-C971-6DC86FFFA96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B969FB4-9497-13C6-FB41-CB35398E15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BE69A1-087A-0B3E-1F01-8ACE2FC3F8CA}"/>
              </a:ext>
            </a:extLst>
          </p:cNvPr>
          <p:cNvSpPr>
            <a:spLocks noGrp="1"/>
          </p:cNvSpPr>
          <p:nvPr>
            <p:ph type="dt" sz="half" idx="10"/>
          </p:nvPr>
        </p:nvSpPr>
        <p:spPr/>
        <p:txBody>
          <a:bodyPr/>
          <a:lstStyle/>
          <a:p>
            <a:r>
              <a:rPr lang="en-US"/>
              <a:t>Paper ID:</a:t>
            </a:r>
          </a:p>
        </p:txBody>
      </p:sp>
      <p:sp>
        <p:nvSpPr>
          <p:cNvPr id="6" name="Slide Number Placeholder 5">
            <a:extLst>
              <a:ext uri="{FF2B5EF4-FFF2-40B4-BE49-F238E27FC236}">
                <a16:creationId xmlns:a16="http://schemas.microsoft.com/office/drawing/2014/main" id="{70D3F4A0-4643-1389-3CFF-261FF808383C}"/>
              </a:ext>
            </a:extLst>
          </p:cNvPr>
          <p:cNvSpPr>
            <a:spLocks noGrp="1"/>
          </p:cNvSpPr>
          <p:nvPr>
            <p:ph type="sldNum" sz="quarter" idx="12"/>
          </p:nvPr>
        </p:nvSpPr>
        <p:spPr/>
        <p:txBody>
          <a:bodyPr/>
          <a:lstStyle/>
          <a:p>
            <a:fld id="{7B1AD4E9-9375-4978-A563-9EBD39E6D713}" type="slidenum">
              <a:rPr lang="en-US" smtClean="0"/>
              <a:t>‹#›</a:t>
            </a:fld>
            <a:endParaRPr lang="en-US"/>
          </a:p>
        </p:txBody>
      </p:sp>
    </p:spTree>
    <p:extLst>
      <p:ext uri="{BB962C8B-B14F-4D97-AF65-F5344CB8AC3E}">
        <p14:creationId xmlns:p14="http://schemas.microsoft.com/office/powerpoint/2010/main" val="36184396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DEE1F-ED3C-8DE7-1E28-085EA62286A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77C85A-5306-3C82-7DDC-C747C1D515B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369A52A-B56E-1124-A8D7-69CB338DE32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2605950-F138-E3BB-00CE-DFC35ADDF4BE}"/>
              </a:ext>
            </a:extLst>
          </p:cNvPr>
          <p:cNvSpPr>
            <a:spLocks noGrp="1"/>
          </p:cNvSpPr>
          <p:nvPr>
            <p:ph type="dt" sz="half" idx="10"/>
          </p:nvPr>
        </p:nvSpPr>
        <p:spPr/>
        <p:txBody>
          <a:bodyPr/>
          <a:lstStyle/>
          <a:p>
            <a:r>
              <a:rPr lang="en-US"/>
              <a:t>Paper ID:</a:t>
            </a:r>
          </a:p>
        </p:txBody>
      </p:sp>
      <p:sp>
        <p:nvSpPr>
          <p:cNvPr id="7" name="Slide Number Placeholder 6">
            <a:extLst>
              <a:ext uri="{FF2B5EF4-FFF2-40B4-BE49-F238E27FC236}">
                <a16:creationId xmlns:a16="http://schemas.microsoft.com/office/drawing/2014/main" id="{5E331EC6-1AE8-93A9-134F-842ACAE22523}"/>
              </a:ext>
            </a:extLst>
          </p:cNvPr>
          <p:cNvSpPr>
            <a:spLocks noGrp="1"/>
          </p:cNvSpPr>
          <p:nvPr>
            <p:ph type="sldNum" sz="quarter" idx="12"/>
          </p:nvPr>
        </p:nvSpPr>
        <p:spPr/>
        <p:txBody>
          <a:bodyPr/>
          <a:lstStyle/>
          <a:p>
            <a:fld id="{7B1AD4E9-9375-4978-A563-9EBD39E6D713}" type="slidenum">
              <a:rPr lang="en-US" smtClean="0"/>
              <a:t>‹#›</a:t>
            </a:fld>
            <a:endParaRPr lang="en-US"/>
          </a:p>
        </p:txBody>
      </p:sp>
    </p:spTree>
    <p:extLst>
      <p:ext uri="{BB962C8B-B14F-4D97-AF65-F5344CB8AC3E}">
        <p14:creationId xmlns:p14="http://schemas.microsoft.com/office/powerpoint/2010/main" val="3865107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B8384-8B5B-7863-E603-89F89DBDDF5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F637AA1-3449-E321-1AFE-ADDAAE2C51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A41FEE9-0B12-29ED-CB21-16452A0F5E7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7201C11-0E36-BA98-176A-3688F1DDBFE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8546752-1F59-6C5F-8823-7C84123EA6C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2E7F26-D91C-6E90-DBE0-9732E9C058CF}"/>
              </a:ext>
            </a:extLst>
          </p:cNvPr>
          <p:cNvSpPr>
            <a:spLocks noGrp="1"/>
          </p:cNvSpPr>
          <p:nvPr>
            <p:ph type="dt" sz="half" idx="10"/>
          </p:nvPr>
        </p:nvSpPr>
        <p:spPr/>
        <p:txBody>
          <a:bodyPr/>
          <a:lstStyle/>
          <a:p>
            <a:r>
              <a:rPr lang="en-US"/>
              <a:t>Paper ID:</a:t>
            </a:r>
          </a:p>
        </p:txBody>
      </p:sp>
      <p:sp>
        <p:nvSpPr>
          <p:cNvPr id="9" name="Slide Number Placeholder 8">
            <a:extLst>
              <a:ext uri="{FF2B5EF4-FFF2-40B4-BE49-F238E27FC236}">
                <a16:creationId xmlns:a16="http://schemas.microsoft.com/office/drawing/2014/main" id="{369431A2-4951-6092-713F-D0710FEB2EE9}"/>
              </a:ext>
            </a:extLst>
          </p:cNvPr>
          <p:cNvSpPr>
            <a:spLocks noGrp="1"/>
          </p:cNvSpPr>
          <p:nvPr>
            <p:ph type="sldNum" sz="quarter" idx="12"/>
          </p:nvPr>
        </p:nvSpPr>
        <p:spPr/>
        <p:txBody>
          <a:bodyPr/>
          <a:lstStyle/>
          <a:p>
            <a:fld id="{7B1AD4E9-9375-4978-A563-9EBD39E6D713}" type="slidenum">
              <a:rPr lang="en-US" smtClean="0"/>
              <a:t>‹#›</a:t>
            </a:fld>
            <a:endParaRPr lang="en-US"/>
          </a:p>
        </p:txBody>
      </p:sp>
    </p:spTree>
    <p:extLst>
      <p:ext uri="{BB962C8B-B14F-4D97-AF65-F5344CB8AC3E}">
        <p14:creationId xmlns:p14="http://schemas.microsoft.com/office/powerpoint/2010/main" val="30167839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3ADAF-9F54-64E3-999E-318A78ED84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66EFA0F-C238-E381-D1B2-6865D7DAFB6F}"/>
              </a:ext>
            </a:extLst>
          </p:cNvPr>
          <p:cNvSpPr>
            <a:spLocks noGrp="1"/>
          </p:cNvSpPr>
          <p:nvPr>
            <p:ph type="dt" sz="half" idx="10"/>
          </p:nvPr>
        </p:nvSpPr>
        <p:spPr/>
        <p:txBody>
          <a:bodyPr/>
          <a:lstStyle/>
          <a:p>
            <a:r>
              <a:rPr lang="en-US"/>
              <a:t>Paper ID:</a:t>
            </a:r>
          </a:p>
        </p:txBody>
      </p:sp>
      <p:sp>
        <p:nvSpPr>
          <p:cNvPr id="5" name="Slide Number Placeholder 4">
            <a:extLst>
              <a:ext uri="{FF2B5EF4-FFF2-40B4-BE49-F238E27FC236}">
                <a16:creationId xmlns:a16="http://schemas.microsoft.com/office/drawing/2014/main" id="{E3E1E244-2263-F02B-0C0C-9EA9C45F9F09}"/>
              </a:ext>
            </a:extLst>
          </p:cNvPr>
          <p:cNvSpPr>
            <a:spLocks noGrp="1"/>
          </p:cNvSpPr>
          <p:nvPr>
            <p:ph type="sldNum" sz="quarter" idx="12"/>
          </p:nvPr>
        </p:nvSpPr>
        <p:spPr/>
        <p:txBody>
          <a:bodyPr/>
          <a:lstStyle/>
          <a:p>
            <a:fld id="{7B1AD4E9-9375-4978-A563-9EBD39E6D713}" type="slidenum">
              <a:rPr lang="en-US" smtClean="0"/>
              <a:t>‹#›</a:t>
            </a:fld>
            <a:endParaRPr lang="en-US"/>
          </a:p>
        </p:txBody>
      </p:sp>
    </p:spTree>
    <p:extLst>
      <p:ext uri="{BB962C8B-B14F-4D97-AF65-F5344CB8AC3E}">
        <p14:creationId xmlns:p14="http://schemas.microsoft.com/office/powerpoint/2010/main" val="22430346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6AE7A9C-6445-F21C-A544-FBBBC7E87784}"/>
              </a:ext>
            </a:extLst>
          </p:cNvPr>
          <p:cNvSpPr>
            <a:spLocks noGrp="1"/>
          </p:cNvSpPr>
          <p:nvPr>
            <p:ph type="dt" sz="half" idx="10"/>
          </p:nvPr>
        </p:nvSpPr>
        <p:spPr/>
        <p:txBody>
          <a:bodyPr/>
          <a:lstStyle/>
          <a:p>
            <a:r>
              <a:rPr lang="en-US"/>
              <a:t>Paper ID:</a:t>
            </a:r>
          </a:p>
        </p:txBody>
      </p:sp>
      <p:sp>
        <p:nvSpPr>
          <p:cNvPr id="4" name="Slide Number Placeholder 3">
            <a:extLst>
              <a:ext uri="{FF2B5EF4-FFF2-40B4-BE49-F238E27FC236}">
                <a16:creationId xmlns:a16="http://schemas.microsoft.com/office/drawing/2014/main" id="{4E2437ED-6531-A602-D648-3CF8E99647EC}"/>
              </a:ext>
            </a:extLst>
          </p:cNvPr>
          <p:cNvSpPr>
            <a:spLocks noGrp="1"/>
          </p:cNvSpPr>
          <p:nvPr>
            <p:ph type="sldNum" sz="quarter" idx="12"/>
          </p:nvPr>
        </p:nvSpPr>
        <p:spPr/>
        <p:txBody>
          <a:bodyPr/>
          <a:lstStyle/>
          <a:p>
            <a:fld id="{7B1AD4E9-9375-4978-A563-9EBD39E6D713}" type="slidenum">
              <a:rPr lang="en-US" smtClean="0"/>
              <a:t>‹#›</a:t>
            </a:fld>
            <a:endParaRPr lang="en-US"/>
          </a:p>
        </p:txBody>
      </p:sp>
    </p:spTree>
    <p:extLst>
      <p:ext uri="{BB962C8B-B14F-4D97-AF65-F5344CB8AC3E}">
        <p14:creationId xmlns:p14="http://schemas.microsoft.com/office/powerpoint/2010/main" val="26006637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B8689-B7AF-24E1-9A7C-A2888A6A66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0F2A57A-7B03-19DF-2C5F-B7425B25CA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2DD5A2-6E87-E1FA-A21C-E9BB28362D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0A991D-5F1C-D717-FBFE-C516444E6E77}"/>
              </a:ext>
            </a:extLst>
          </p:cNvPr>
          <p:cNvSpPr>
            <a:spLocks noGrp="1"/>
          </p:cNvSpPr>
          <p:nvPr>
            <p:ph type="dt" sz="half" idx="10"/>
          </p:nvPr>
        </p:nvSpPr>
        <p:spPr/>
        <p:txBody>
          <a:bodyPr/>
          <a:lstStyle/>
          <a:p>
            <a:r>
              <a:rPr lang="en-US"/>
              <a:t>Paper ID:</a:t>
            </a:r>
          </a:p>
        </p:txBody>
      </p:sp>
      <p:sp>
        <p:nvSpPr>
          <p:cNvPr id="7" name="Slide Number Placeholder 6">
            <a:extLst>
              <a:ext uri="{FF2B5EF4-FFF2-40B4-BE49-F238E27FC236}">
                <a16:creationId xmlns:a16="http://schemas.microsoft.com/office/drawing/2014/main" id="{174E161E-60AD-E6F0-C7D4-6B7BA2B589DF}"/>
              </a:ext>
            </a:extLst>
          </p:cNvPr>
          <p:cNvSpPr>
            <a:spLocks noGrp="1"/>
          </p:cNvSpPr>
          <p:nvPr>
            <p:ph type="sldNum" sz="quarter" idx="12"/>
          </p:nvPr>
        </p:nvSpPr>
        <p:spPr/>
        <p:txBody>
          <a:bodyPr/>
          <a:lstStyle/>
          <a:p>
            <a:fld id="{7B1AD4E9-9375-4978-A563-9EBD39E6D713}" type="slidenum">
              <a:rPr lang="en-US" smtClean="0"/>
              <a:t>‹#›</a:t>
            </a:fld>
            <a:endParaRPr lang="en-US"/>
          </a:p>
        </p:txBody>
      </p:sp>
    </p:spTree>
    <p:extLst>
      <p:ext uri="{BB962C8B-B14F-4D97-AF65-F5344CB8AC3E}">
        <p14:creationId xmlns:p14="http://schemas.microsoft.com/office/powerpoint/2010/main" val="34488613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51C7C-F88D-FC14-DD0B-4F80FE9F02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F4F574A-27E0-A921-A18A-564FEC84F87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8BF8A90-0D6B-D2A5-086D-EC3A3781FE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709AF0-67BD-214C-B046-D1369F9F6C18}"/>
              </a:ext>
            </a:extLst>
          </p:cNvPr>
          <p:cNvSpPr>
            <a:spLocks noGrp="1"/>
          </p:cNvSpPr>
          <p:nvPr>
            <p:ph type="dt" sz="half" idx="10"/>
          </p:nvPr>
        </p:nvSpPr>
        <p:spPr/>
        <p:txBody>
          <a:bodyPr/>
          <a:lstStyle/>
          <a:p>
            <a:r>
              <a:rPr lang="en-US"/>
              <a:t>Paper ID:</a:t>
            </a:r>
          </a:p>
        </p:txBody>
      </p:sp>
      <p:sp>
        <p:nvSpPr>
          <p:cNvPr id="7" name="Slide Number Placeholder 6">
            <a:extLst>
              <a:ext uri="{FF2B5EF4-FFF2-40B4-BE49-F238E27FC236}">
                <a16:creationId xmlns:a16="http://schemas.microsoft.com/office/drawing/2014/main" id="{C9699AA6-7F3C-7AE0-BEAE-17B1F313F7BB}"/>
              </a:ext>
            </a:extLst>
          </p:cNvPr>
          <p:cNvSpPr>
            <a:spLocks noGrp="1"/>
          </p:cNvSpPr>
          <p:nvPr>
            <p:ph type="sldNum" sz="quarter" idx="12"/>
          </p:nvPr>
        </p:nvSpPr>
        <p:spPr/>
        <p:txBody>
          <a:bodyPr/>
          <a:lstStyle/>
          <a:p>
            <a:fld id="{7B1AD4E9-9375-4978-A563-9EBD39E6D713}" type="slidenum">
              <a:rPr lang="en-US" smtClean="0"/>
              <a:t>‹#›</a:t>
            </a:fld>
            <a:endParaRPr lang="en-US"/>
          </a:p>
        </p:txBody>
      </p:sp>
    </p:spTree>
    <p:extLst>
      <p:ext uri="{BB962C8B-B14F-4D97-AF65-F5344CB8AC3E}">
        <p14:creationId xmlns:p14="http://schemas.microsoft.com/office/powerpoint/2010/main" val="29610094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D48F2-F80C-0D15-1DF8-2B65FAC0405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70E21C1-9FBA-3FB1-166A-FEC0F21A414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B4A47C-2683-040C-D750-B2453775450A}"/>
              </a:ext>
            </a:extLst>
          </p:cNvPr>
          <p:cNvSpPr>
            <a:spLocks noGrp="1"/>
          </p:cNvSpPr>
          <p:nvPr>
            <p:ph type="dt" sz="half" idx="10"/>
          </p:nvPr>
        </p:nvSpPr>
        <p:spPr/>
        <p:txBody>
          <a:bodyPr/>
          <a:lstStyle/>
          <a:p>
            <a:r>
              <a:rPr lang="en-US"/>
              <a:t>Paper ID:</a:t>
            </a:r>
          </a:p>
        </p:txBody>
      </p:sp>
      <p:sp>
        <p:nvSpPr>
          <p:cNvPr id="6" name="Slide Number Placeholder 5">
            <a:extLst>
              <a:ext uri="{FF2B5EF4-FFF2-40B4-BE49-F238E27FC236}">
                <a16:creationId xmlns:a16="http://schemas.microsoft.com/office/drawing/2014/main" id="{E3F23023-196A-E3B9-7387-BDF47C3B5AEC}"/>
              </a:ext>
            </a:extLst>
          </p:cNvPr>
          <p:cNvSpPr>
            <a:spLocks noGrp="1"/>
          </p:cNvSpPr>
          <p:nvPr>
            <p:ph type="sldNum" sz="quarter" idx="12"/>
          </p:nvPr>
        </p:nvSpPr>
        <p:spPr/>
        <p:txBody>
          <a:bodyPr/>
          <a:lstStyle/>
          <a:p>
            <a:fld id="{7B1AD4E9-9375-4978-A563-9EBD39E6D713}" type="slidenum">
              <a:rPr lang="en-US" smtClean="0"/>
              <a:t>‹#›</a:t>
            </a:fld>
            <a:endParaRPr lang="en-US"/>
          </a:p>
        </p:txBody>
      </p:sp>
    </p:spTree>
    <p:extLst>
      <p:ext uri="{BB962C8B-B14F-4D97-AF65-F5344CB8AC3E}">
        <p14:creationId xmlns:p14="http://schemas.microsoft.com/office/powerpoint/2010/main" val="23877535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693539D-4BBB-6E29-5D5F-DA741613B36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AC5E095-E8F2-AE5B-2DD7-95E8DE9D6FA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7B0763-248A-6FBF-D867-A937FE02318D}"/>
              </a:ext>
            </a:extLst>
          </p:cNvPr>
          <p:cNvSpPr>
            <a:spLocks noGrp="1"/>
          </p:cNvSpPr>
          <p:nvPr>
            <p:ph type="dt" sz="half" idx="10"/>
          </p:nvPr>
        </p:nvSpPr>
        <p:spPr/>
        <p:txBody>
          <a:bodyPr/>
          <a:lstStyle/>
          <a:p>
            <a:r>
              <a:rPr lang="en-US"/>
              <a:t>Paper ID:</a:t>
            </a:r>
          </a:p>
        </p:txBody>
      </p:sp>
      <p:sp>
        <p:nvSpPr>
          <p:cNvPr id="6" name="Slide Number Placeholder 5">
            <a:extLst>
              <a:ext uri="{FF2B5EF4-FFF2-40B4-BE49-F238E27FC236}">
                <a16:creationId xmlns:a16="http://schemas.microsoft.com/office/drawing/2014/main" id="{97C7BA88-F832-EAC4-3BDF-3DD69C733E38}"/>
              </a:ext>
            </a:extLst>
          </p:cNvPr>
          <p:cNvSpPr>
            <a:spLocks noGrp="1"/>
          </p:cNvSpPr>
          <p:nvPr>
            <p:ph type="sldNum" sz="quarter" idx="12"/>
          </p:nvPr>
        </p:nvSpPr>
        <p:spPr/>
        <p:txBody>
          <a:bodyPr/>
          <a:lstStyle/>
          <a:p>
            <a:fld id="{7B1AD4E9-9375-4978-A563-9EBD39E6D713}" type="slidenum">
              <a:rPr lang="en-US" smtClean="0"/>
              <a:t>‹#›</a:t>
            </a:fld>
            <a:endParaRPr lang="en-US"/>
          </a:p>
        </p:txBody>
      </p:sp>
    </p:spTree>
    <p:extLst>
      <p:ext uri="{BB962C8B-B14F-4D97-AF65-F5344CB8AC3E}">
        <p14:creationId xmlns:p14="http://schemas.microsoft.com/office/powerpoint/2010/main" val="2698315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795CA8-1069-A60E-CBA2-9D96C133B38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A306B37-9508-4957-ECDD-706D86A475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823528-4CF2-84CE-8F5D-621D0BE87D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Paper ID:</a:t>
            </a:r>
          </a:p>
        </p:txBody>
      </p:sp>
      <p:sp>
        <p:nvSpPr>
          <p:cNvPr id="5" name="Footer Placeholder 4">
            <a:extLst>
              <a:ext uri="{FF2B5EF4-FFF2-40B4-BE49-F238E27FC236}">
                <a16:creationId xmlns:a16="http://schemas.microsoft.com/office/drawing/2014/main" id="{80E4CBAB-E6BA-336B-3288-B8E163AB6F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07DC8960-B679-6AD5-182A-A5BE94300E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1AD4E9-9375-4978-A563-9EBD39E6D713}" type="slidenum">
              <a:rPr lang="en-US" smtClean="0"/>
              <a:t>‹#›</a:t>
            </a:fld>
            <a:endParaRPr lang="en-US"/>
          </a:p>
        </p:txBody>
      </p:sp>
      <p:pic>
        <p:nvPicPr>
          <p:cNvPr id="2050" name="Picture 2">
            <a:extLst>
              <a:ext uri="{FF2B5EF4-FFF2-40B4-BE49-F238E27FC236}">
                <a16:creationId xmlns:a16="http://schemas.microsoft.com/office/drawing/2014/main" id="{A333C132-E859-82AE-0AA0-79086BE5584D}"/>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0"/>
            <a:ext cx="2933700" cy="99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172944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iconfinder.com/icons/5027879/business_chart_finance_pie_statistics_icon" TargetMode="Externa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2E0140E-D984-72AF-7F25-58DE90B491AD}"/>
              </a:ext>
            </a:extLst>
          </p:cNvPr>
          <p:cNvSpPr>
            <a:spLocks noGrp="1"/>
          </p:cNvSpPr>
          <p:nvPr>
            <p:ph type="sldNum" sz="quarter" idx="12"/>
          </p:nvPr>
        </p:nvSpPr>
        <p:spPr/>
        <p:txBody>
          <a:bodyPr/>
          <a:lstStyle/>
          <a:p>
            <a:fld id="{7B1AD4E9-9375-4978-A563-9EBD39E6D713}" type="slidenum">
              <a:rPr lang="en-US" smtClean="0"/>
              <a:t>1</a:t>
            </a:fld>
            <a:endParaRPr lang="en-US"/>
          </a:p>
        </p:txBody>
      </p:sp>
      <p:sp>
        <p:nvSpPr>
          <p:cNvPr id="6" name="TextBox 5">
            <a:extLst>
              <a:ext uri="{FF2B5EF4-FFF2-40B4-BE49-F238E27FC236}">
                <a16:creationId xmlns:a16="http://schemas.microsoft.com/office/drawing/2014/main" id="{8A3EB57A-DC23-4DC4-81CD-D14C6EE14F28}"/>
              </a:ext>
            </a:extLst>
          </p:cNvPr>
          <p:cNvSpPr txBox="1"/>
          <p:nvPr/>
        </p:nvSpPr>
        <p:spPr>
          <a:xfrm>
            <a:off x="529297" y="2688610"/>
            <a:ext cx="11133406" cy="1754326"/>
          </a:xfrm>
          <a:prstGeom prst="rect">
            <a:avLst/>
          </a:prstGeom>
          <a:solidFill>
            <a:schemeClr val="accent4">
              <a:lumMod val="40000"/>
              <a:lumOff val="60000"/>
            </a:schemeClr>
          </a:solidFill>
        </p:spPr>
        <p:txBody>
          <a:bodyPr wrap="square" rtlCol="0">
            <a:spAutoFit/>
          </a:bodyPr>
          <a:lstStyle/>
          <a:p>
            <a:r>
              <a:rPr lang="en-US" b="1" dirty="0">
                <a:latin typeface="Sabon Next LT" panose="02000500000000000000" pitchFamily="2" charset="0"/>
                <a:cs typeface="Sabon Next LT" panose="02000500000000000000" pitchFamily="2" charset="0"/>
              </a:rPr>
              <a:t>Project Title: </a:t>
            </a:r>
            <a:r>
              <a:rPr lang="en-US" b="1" dirty="0" err="1">
                <a:latin typeface="Sabon Next LT" panose="02000500000000000000" pitchFamily="2" charset="0"/>
                <a:cs typeface="Sabon Next LT" panose="02000500000000000000" pitchFamily="2" charset="0"/>
              </a:rPr>
              <a:t>IPOVista</a:t>
            </a:r>
            <a:endParaRPr lang="en-US" b="1" dirty="0">
              <a:latin typeface="Sabon Next LT" panose="02000500000000000000" pitchFamily="2" charset="0"/>
              <a:cs typeface="Sabon Next LT" panose="02000500000000000000" pitchFamily="2" charset="0"/>
            </a:endParaRPr>
          </a:p>
          <a:p>
            <a:endParaRPr lang="en-US" dirty="0">
              <a:latin typeface="Sabon Next LT" panose="02000500000000000000" pitchFamily="2" charset="0"/>
              <a:cs typeface="Sabon Next LT" panose="02000500000000000000" pitchFamily="2" charset="0"/>
            </a:endParaRPr>
          </a:p>
          <a:p>
            <a:r>
              <a:rPr lang="en-US" b="1" dirty="0">
                <a:latin typeface="Sabon Next LT" panose="02000500000000000000" pitchFamily="2" charset="0"/>
                <a:cs typeface="Sabon Next LT" panose="02000500000000000000" pitchFamily="2" charset="0"/>
              </a:rPr>
              <a:t>Team Name(s) with Registration No.: Proto (23FE10CDS00293 &amp; 23FE10CDS00288)</a:t>
            </a:r>
          </a:p>
          <a:p>
            <a:endParaRPr lang="en-US" dirty="0">
              <a:latin typeface="Sabon Next LT" panose="02000500000000000000" pitchFamily="2" charset="0"/>
              <a:cs typeface="Sabon Next LT" panose="02000500000000000000" pitchFamily="2" charset="0"/>
            </a:endParaRPr>
          </a:p>
          <a:p>
            <a:endParaRPr lang="en-US" dirty="0">
              <a:latin typeface="Sabon Next LT" panose="02000500000000000000" pitchFamily="2" charset="0"/>
              <a:cs typeface="Sabon Next LT" panose="02000500000000000000" pitchFamily="2" charset="0"/>
            </a:endParaRPr>
          </a:p>
          <a:p>
            <a:endParaRPr lang="en-US" dirty="0">
              <a:latin typeface="Sabon Next LT" panose="02000500000000000000" pitchFamily="2" charset="0"/>
              <a:cs typeface="Sabon Next LT" panose="02000500000000000000" pitchFamily="2" charset="0"/>
            </a:endParaRPr>
          </a:p>
        </p:txBody>
      </p:sp>
      <p:sp>
        <p:nvSpPr>
          <p:cNvPr id="7" name="TextBox 6">
            <a:extLst>
              <a:ext uri="{FF2B5EF4-FFF2-40B4-BE49-F238E27FC236}">
                <a16:creationId xmlns:a16="http://schemas.microsoft.com/office/drawing/2014/main" id="{CED324D1-E398-289B-C530-A345DD413AB8}"/>
              </a:ext>
            </a:extLst>
          </p:cNvPr>
          <p:cNvSpPr txBox="1"/>
          <p:nvPr/>
        </p:nvSpPr>
        <p:spPr>
          <a:xfrm>
            <a:off x="4690629" y="1542872"/>
            <a:ext cx="3461204" cy="461665"/>
          </a:xfrm>
          <a:prstGeom prst="rect">
            <a:avLst/>
          </a:prstGeom>
          <a:noFill/>
        </p:spPr>
        <p:txBody>
          <a:bodyPr wrap="none" rtlCol="0">
            <a:spAutoFit/>
          </a:bodyPr>
          <a:lstStyle/>
          <a:p>
            <a:pPr algn="ctr"/>
            <a:r>
              <a:rPr lang="en-US" sz="2400" b="1" dirty="0">
                <a:solidFill>
                  <a:srgbClr val="002060"/>
                </a:solidFill>
                <a:latin typeface="Sabon Next LT" panose="02000500000000000000" pitchFamily="2" charset="0"/>
                <a:cs typeface="Sabon Next LT" panose="02000500000000000000" pitchFamily="2" charset="0"/>
              </a:rPr>
              <a:t>MACHINE LEARNING</a:t>
            </a:r>
          </a:p>
        </p:txBody>
      </p:sp>
    </p:spTree>
    <p:extLst>
      <p:ext uri="{BB962C8B-B14F-4D97-AF65-F5344CB8AC3E}">
        <p14:creationId xmlns:p14="http://schemas.microsoft.com/office/powerpoint/2010/main" val="19213197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E99A9FF-E755-780B-25AC-A96E01DE3142}"/>
              </a:ext>
            </a:extLst>
          </p:cNvPr>
          <p:cNvSpPr>
            <a:spLocks noGrp="1"/>
          </p:cNvSpPr>
          <p:nvPr>
            <p:ph idx="4294967295"/>
          </p:nvPr>
        </p:nvSpPr>
        <p:spPr>
          <a:xfrm>
            <a:off x="251346" y="1539022"/>
            <a:ext cx="8469573" cy="4351338"/>
          </a:xfrm>
        </p:spPr>
        <p:txBody>
          <a:bodyPr>
            <a:noAutofit/>
          </a:bodyPr>
          <a:lstStyle/>
          <a:p>
            <a:pPr>
              <a:buFont typeface="Wingdings" pitchFamily="2" charset="2"/>
              <a:buChar char="v"/>
            </a:pPr>
            <a:r>
              <a:rPr lang="en-US" b="1" dirty="0"/>
              <a:t>Content</a:t>
            </a:r>
          </a:p>
          <a:p>
            <a:r>
              <a:rPr lang="en-US" sz="2000" b="1" dirty="0"/>
              <a:t>1. Introduction</a:t>
            </a:r>
            <a:br>
              <a:rPr lang="en-US" sz="2000" b="1" dirty="0"/>
            </a:br>
            <a:r>
              <a:rPr lang="en-US" sz="2000" b="1" dirty="0"/>
              <a:t>   -&gt;</a:t>
            </a:r>
            <a:r>
              <a:rPr lang="en-IN" sz="2000" b="1" dirty="0"/>
              <a:t>1.1 Overview, Motivation, Applications, and Domain</a:t>
            </a:r>
            <a:br>
              <a:rPr lang="en-IN" sz="2000" b="1" dirty="0"/>
            </a:br>
            <a:r>
              <a:rPr lang="en-IN" sz="2000" b="1" dirty="0"/>
              <a:t>2.1 Problem Statement</a:t>
            </a:r>
            <a:br>
              <a:rPr lang="en-IN" sz="2000" b="1" dirty="0"/>
            </a:br>
            <a:r>
              <a:rPr lang="en-IN" sz="2000" b="1" dirty="0"/>
              <a:t>3.1 Dataset Description </a:t>
            </a:r>
            <a:br>
              <a:rPr lang="en-IN" sz="2000" b="1" dirty="0"/>
            </a:br>
            <a:r>
              <a:rPr lang="en-IN" sz="2000" b="1" dirty="0"/>
              <a:t>   -&gt;3.2  Data Preprocessing</a:t>
            </a:r>
            <a:r>
              <a:rPr lang="en-IN" sz="2000" dirty="0"/>
              <a:t> </a:t>
            </a:r>
            <a:br>
              <a:rPr lang="en-IN" sz="2000" b="1" dirty="0"/>
            </a:br>
            <a:r>
              <a:rPr lang="en-IN" sz="2000" b="1" dirty="0"/>
              <a:t>4.1 Machine Learning Techniques applied </a:t>
            </a:r>
            <a:br>
              <a:rPr lang="en-IN" sz="2000" b="1" dirty="0"/>
            </a:br>
            <a:r>
              <a:rPr lang="en-IN" sz="2000" b="1" dirty="0"/>
              <a:t>5.1 Results obtained</a:t>
            </a:r>
            <a:br>
              <a:rPr lang="en-IN" sz="2000" b="1" dirty="0"/>
            </a:br>
            <a:r>
              <a:rPr lang="en-IN" sz="2000" b="1" dirty="0"/>
              <a:t>6.1 Conclusion</a:t>
            </a:r>
            <a:br>
              <a:rPr lang="en-IN" sz="2000" b="1" dirty="0"/>
            </a:br>
            <a:r>
              <a:rPr lang="en-US" sz="2000" b="1" dirty="0"/>
              <a:t>7.1 References</a:t>
            </a:r>
          </a:p>
          <a:p>
            <a:pPr marL="0" indent="0">
              <a:buNone/>
            </a:pPr>
            <a:br>
              <a:rPr lang="en-IN" sz="2000" b="1" dirty="0"/>
            </a:br>
            <a:br>
              <a:rPr lang="en-IN" sz="2000" b="1" dirty="0"/>
            </a:br>
            <a:br>
              <a:rPr lang="en-US" sz="2000" dirty="0"/>
            </a:br>
            <a:endParaRPr lang="en-US" sz="2000" dirty="0"/>
          </a:p>
          <a:p>
            <a:pPr>
              <a:buFont typeface="Courier New" panose="02070309020205020404" pitchFamily="49" charset="0"/>
              <a:buChar char="o"/>
            </a:pPr>
            <a:endParaRPr lang="en-US" sz="2000" dirty="0"/>
          </a:p>
          <a:p>
            <a:endParaRPr lang="en-US" sz="2000" dirty="0"/>
          </a:p>
        </p:txBody>
      </p:sp>
      <p:sp>
        <p:nvSpPr>
          <p:cNvPr id="4" name="Slide Number Placeholder 3">
            <a:extLst>
              <a:ext uri="{FF2B5EF4-FFF2-40B4-BE49-F238E27FC236}">
                <a16:creationId xmlns:a16="http://schemas.microsoft.com/office/drawing/2014/main" id="{642B0D1D-97B8-72E7-55AB-6F88B3746591}"/>
              </a:ext>
            </a:extLst>
          </p:cNvPr>
          <p:cNvSpPr>
            <a:spLocks noGrp="1"/>
          </p:cNvSpPr>
          <p:nvPr>
            <p:ph type="sldNum" sz="quarter" idx="12"/>
          </p:nvPr>
        </p:nvSpPr>
        <p:spPr/>
        <p:txBody>
          <a:bodyPr/>
          <a:lstStyle/>
          <a:p>
            <a:fld id="{7B1AD4E9-9375-4978-A563-9EBD39E6D713}" type="slidenum">
              <a:rPr lang="en-US" smtClean="0"/>
              <a:t>2</a:t>
            </a:fld>
            <a:endParaRPr lang="en-US"/>
          </a:p>
        </p:txBody>
      </p:sp>
      <p:pic>
        <p:nvPicPr>
          <p:cNvPr id="6" name="Picture 5" descr="A graphic of a content&#10;&#10;Description automatically generated with medium confidence">
            <a:extLst>
              <a:ext uri="{FF2B5EF4-FFF2-40B4-BE49-F238E27FC236}">
                <a16:creationId xmlns:a16="http://schemas.microsoft.com/office/drawing/2014/main" id="{7A7FAEC7-9CD5-224A-187B-FFFBA05C49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82687" y="1539022"/>
            <a:ext cx="5710800" cy="4251735"/>
          </a:xfrm>
          <a:prstGeom prst="rect">
            <a:avLst/>
          </a:prstGeom>
        </p:spPr>
      </p:pic>
    </p:spTree>
    <p:extLst>
      <p:ext uri="{BB962C8B-B14F-4D97-AF65-F5344CB8AC3E}">
        <p14:creationId xmlns:p14="http://schemas.microsoft.com/office/powerpoint/2010/main" val="20509400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E84FE2B-0B58-F339-1178-EB1780F62D01}"/>
              </a:ext>
            </a:extLst>
          </p:cNvPr>
          <p:cNvSpPr>
            <a:spLocks noGrp="1"/>
          </p:cNvSpPr>
          <p:nvPr>
            <p:ph type="sldNum" sz="quarter" idx="12"/>
          </p:nvPr>
        </p:nvSpPr>
        <p:spPr/>
        <p:txBody>
          <a:bodyPr/>
          <a:lstStyle/>
          <a:p>
            <a:fld id="{7B1AD4E9-9375-4978-A563-9EBD39E6D713}" type="slidenum">
              <a:rPr lang="en-US" smtClean="0"/>
              <a:t>3</a:t>
            </a:fld>
            <a:endParaRPr lang="en-US"/>
          </a:p>
        </p:txBody>
      </p:sp>
      <p:sp>
        <p:nvSpPr>
          <p:cNvPr id="7" name="TextBox 6">
            <a:extLst>
              <a:ext uri="{FF2B5EF4-FFF2-40B4-BE49-F238E27FC236}">
                <a16:creationId xmlns:a16="http://schemas.microsoft.com/office/drawing/2014/main" id="{A4BE6252-A7DB-6E4B-4D06-E3E63B25BCDD}"/>
              </a:ext>
            </a:extLst>
          </p:cNvPr>
          <p:cNvSpPr txBox="1"/>
          <p:nvPr/>
        </p:nvSpPr>
        <p:spPr>
          <a:xfrm>
            <a:off x="0" y="1489273"/>
            <a:ext cx="7981665" cy="5232202"/>
          </a:xfrm>
          <a:prstGeom prst="rect">
            <a:avLst/>
          </a:prstGeom>
          <a:noFill/>
        </p:spPr>
        <p:txBody>
          <a:bodyPr wrap="square" rtlCol="0">
            <a:spAutoFit/>
          </a:bodyPr>
          <a:lstStyle/>
          <a:p>
            <a:pPr marL="342900" indent="-342900">
              <a:buFont typeface="Courier New" panose="02070309020205020404" pitchFamily="49" charset="0"/>
              <a:buChar char="o"/>
            </a:pPr>
            <a:r>
              <a:rPr lang="en-IN" sz="2800" b="1" dirty="0"/>
              <a:t>1. Introduction</a:t>
            </a:r>
            <a:endParaRPr lang="en-IN" sz="2800" dirty="0"/>
          </a:p>
          <a:p>
            <a:pPr marL="342900" indent="-342900">
              <a:buFont typeface="Arial" panose="020B0604020202020204" pitchFamily="34" charset="0"/>
              <a:buChar char="•"/>
            </a:pPr>
            <a:r>
              <a:rPr lang="en-IN" sz="2400" dirty="0"/>
              <a:t>IPOs are crucial in modern finance, enabling companies to raise capital and providing investors with high-growth opportunities.</a:t>
            </a:r>
          </a:p>
          <a:p>
            <a:pPr marL="342900" indent="-342900">
              <a:buFont typeface="Arial" panose="020B0604020202020204" pitchFamily="34" charset="0"/>
              <a:buChar char="•"/>
            </a:pPr>
            <a:r>
              <a:rPr lang="en-IN" sz="2400" dirty="0"/>
              <a:t>Predicting IPO success is challenging due to factors like market sentiment, economic trends, and company-specific attributes.</a:t>
            </a:r>
          </a:p>
          <a:p>
            <a:pPr marL="342900" indent="-342900">
              <a:buFont typeface="Arial" panose="020B0604020202020204" pitchFamily="34" charset="0"/>
              <a:buChar char="•"/>
            </a:pPr>
            <a:r>
              <a:rPr lang="en-IN" sz="2400" dirty="0"/>
              <a:t>Inaccurate predictions can result in significant risks for investors in volatile markets.</a:t>
            </a:r>
          </a:p>
          <a:p>
            <a:pPr marL="342900" indent="-342900">
              <a:buFont typeface="Arial" panose="020B0604020202020204" pitchFamily="34" charset="0"/>
              <a:buChar char="•"/>
            </a:pPr>
            <a:r>
              <a:rPr lang="en-IN" sz="2400" dirty="0"/>
              <a:t>With advancements in data science and machine learning, our project uses these tools to forecast IPO prices, helping investors assess profitability, reduce risks, and maximize returns.</a:t>
            </a:r>
          </a:p>
          <a:p>
            <a:pPr marL="171450" indent="-171450">
              <a:buFont typeface="Arial" panose="020B0604020202020204" pitchFamily="34" charset="0"/>
              <a:buChar char="•"/>
            </a:pPr>
            <a:endParaRPr lang="en-US" dirty="0"/>
          </a:p>
        </p:txBody>
      </p:sp>
      <p:sp>
        <p:nvSpPr>
          <p:cNvPr id="13" name="TextBox 12">
            <a:extLst>
              <a:ext uri="{FF2B5EF4-FFF2-40B4-BE49-F238E27FC236}">
                <a16:creationId xmlns:a16="http://schemas.microsoft.com/office/drawing/2014/main" id="{3E9139A8-698B-436A-092B-35AC68B57F28}"/>
              </a:ext>
            </a:extLst>
          </p:cNvPr>
          <p:cNvSpPr txBox="1"/>
          <p:nvPr/>
        </p:nvSpPr>
        <p:spPr>
          <a:xfrm>
            <a:off x="791570" y="4285397"/>
            <a:ext cx="184731" cy="369332"/>
          </a:xfrm>
          <a:prstGeom prst="rect">
            <a:avLst/>
          </a:prstGeom>
          <a:noFill/>
        </p:spPr>
        <p:txBody>
          <a:bodyPr wrap="none" rtlCol="0">
            <a:spAutoFit/>
          </a:bodyPr>
          <a:lstStyle/>
          <a:p>
            <a:endParaRPr lang="en-US" dirty="0"/>
          </a:p>
        </p:txBody>
      </p:sp>
      <p:pic>
        <p:nvPicPr>
          <p:cNvPr id="1026" name="Picture 2" descr="business, chart, finance, pie, statistics ">
            <a:hlinkClick r:id="rId2" tooltip="business, chart, finance, pie, statistics icon"/>
            <a:extLst>
              <a:ext uri="{FF2B5EF4-FFF2-40B4-BE49-F238E27FC236}">
                <a16:creationId xmlns:a16="http://schemas.microsoft.com/office/drawing/2014/main" id="{1B99EFBA-AB51-837D-7C3E-20C8A4F888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76000" y="571128"/>
            <a:ext cx="812800" cy="8128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white piece of paper pinned to a cork board&#10;&#10;Description automatically generated">
            <a:extLst>
              <a:ext uri="{FF2B5EF4-FFF2-40B4-BE49-F238E27FC236}">
                <a16:creationId xmlns:a16="http://schemas.microsoft.com/office/drawing/2014/main" id="{D8F06AB7-E4C7-492B-1E8F-214C93C5AE04}"/>
              </a:ext>
            </a:extLst>
          </p:cNvPr>
          <p:cNvPicPr>
            <a:picLocks noChangeAspect="1"/>
          </p:cNvPicPr>
          <p:nvPr/>
        </p:nvPicPr>
        <p:blipFill>
          <a:blip r:embed="rId4"/>
          <a:stretch>
            <a:fillRect/>
          </a:stretch>
        </p:blipFill>
        <p:spPr>
          <a:xfrm>
            <a:off x="7764054" y="1490039"/>
            <a:ext cx="4435357" cy="4855165"/>
          </a:xfrm>
          <a:prstGeom prst="rect">
            <a:avLst/>
          </a:prstGeom>
        </p:spPr>
      </p:pic>
    </p:spTree>
    <p:extLst>
      <p:ext uri="{BB962C8B-B14F-4D97-AF65-F5344CB8AC3E}">
        <p14:creationId xmlns:p14="http://schemas.microsoft.com/office/powerpoint/2010/main" val="24573315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C0DDA-A27D-621E-B0C1-FA458ACE523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FCEE850-AB5E-78F8-AC0D-1D22621B1183}"/>
              </a:ext>
            </a:extLst>
          </p:cNvPr>
          <p:cNvSpPr>
            <a:spLocks noGrp="1"/>
          </p:cNvSpPr>
          <p:nvPr>
            <p:ph type="sldNum" sz="quarter" idx="12"/>
          </p:nvPr>
        </p:nvSpPr>
        <p:spPr/>
        <p:txBody>
          <a:bodyPr/>
          <a:lstStyle/>
          <a:p>
            <a:fld id="{7B1AD4E9-9375-4978-A563-9EBD39E6D713}" type="slidenum">
              <a:rPr lang="en-US" smtClean="0"/>
              <a:t>4</a:t>
            </a:fld>
            <a:endParaRPr lang="en-US"/>
          </a:p>
        </p:txBody>
      </p:sp>
      <p:sp>
        <p:nvSpPr>
          <p:cNvPr id="10" name="TextBox 9">
            <a:extLst>
              <a:ext uri="{FF2B5EF4-FFF2-40B4-BE49-F238E27FC236}">
                <a16:creationId xmlns:a16="http://schemas.microsoft.com/office/drawing/2014/main" id="{8EB58F3A-D18F-2C0C-CE20-8930E10AD2BF}"/>
              </a:ext>
            </a:extLst>
          </p:cNvPr>
          <p:cNvSpPr txBox="1"/>
          <p:nvPr/>
        </p:nvSpPr>
        <p:spPr>
          <a:xfrm>
            <a:off x="1" y="1477798"/>
            <a:ext cx="6987654" cy="5570756"/>
          </a:xfrm>
          <a:prstGeom prst="rect">
            <a:avLst/>
          </a:prstGeom>
          <a:noFill/>
        </p:spPr>
        <p:txBody>
          <a:bodyPr wrap="square" rtlCol="0">
            <a:spAutoFit/>
          </a:bodyPr>
          <a:lstStyle/>
          <a:p>
            <a:pPr marL="457200" indent="-457200">
              <a:buFont typeface="Courier New" panose="02070309020205020404" pitchFamily="49" charset="0"/>
              <a:buChar char="o"/>
            </a:pPr>
            <a:r>
              <a:rPr lang="en-IN" sz="2800" b="1" dirty="0"/>
              <a:t>1.1 Overview, Motivation, Applications, and Domain</a:t>
            </a:r>
            <a:endParaRPr lang="en-IN" sz="2800" dirty="0"/>
          </a:p>
          <a:p>
            <a:r>
              <a:rPr lang="en-IN" sz="2400" dirty="0"/>
              <a:t>This project aims to develop a machine learning-based application to predict IPO prices using historical data, company financials, and market sentiment, aiding investors in making informed decisions. The motivation is to fill the gap in financial prediction with a tool specifically tailored for IPOs, reducing investment risks. The app benefits financial analysts, investors, and portfolio managers by providing insights into IPO profitability, enhancing investment strategies, and enabling data-driven decisions. It operates at the intersection of data science, financial engineering, machine learning, and investment analysis.</a:t>
            </a:r>
          </a:p>
          <a:p>
            <a:r>
              <a:rPr lang="en-IN" sz="1200" dirty="0"/>
              <a:t>.</a:t>
            </a:r>
          </a:p>
        </p:txBody>
      </p:sp>
      <p:sp>
        <p:nvSpPr>
          <p:cNvPr id="13" name="TextBox 12">
            <a:extLst>
              <a:ext uri="{FF2B5EF4-FFF2-40B4-BE49-F238E27FC236}">
                <a16:creationId xmlns:a16="http://schemas.microsoft.com/office/drawing/2014/main" id="{B769F481-F9B0-EF16-935C-3B6A25D2EED8}"/>
              </a:ext>
            </a:extLst>
          </p:cNvPr>
          <p:cNvSpPr txBox="1"/>
          <p:nvPr/>
        </p:nvSpPr>
        <p:spPr>
          <a:xfrm>
            <a:off x="791570" y="4285397"/>
            <a:ext cx="184731" cy="369332"/>
          </a:xfrm>
          <a:prstGeom prst="rect">
            <a:avLst/>
          </a:prstGeom>
          <a:noFill/>
        </p:spPr>
        <p:txBody>
          <a:bodyPr wrap="none" rtlCol="0">
            <a:spAutoFit/>
          </a:bodyPr>
          <a:lstStyle/>
          <a:p>
            <a:endParaRPr lang="en-US" dirty="0"/>
          </a:p>
        </p:txBody>
      </p:sp>
      <p:pic>
        <p:nvPicPr>
          <p:cNvPr id="5" name="Picture 4">
            <a:extLst>
              <a:ext uri="{FF2B5EF4-FFF2-40B4-BE49-F238E27FC236}">
                <a16:creationId xmlns:a16="http://schemas.microsoft.com/office/drawing/2014/main" id="{24E9E258-BD06-57FA-7D6F-EDE17C0E45B0}"/>
              </a:ext>
            </a:extLst>
          </p:cNvPr>
          <p:cNvPicPr>
            <a:picLocks noChangeAspect="1"/>
          </p:cNvPicPr>
          <p:nvPr/>
        </p:nvPicPr>
        <p:blipFill>
          <a:blip r:embed="rId2"/>
          <a:stretch>
            <a:fillRect/>
          </a:stretch>
        </p:blipFill>
        <p:spPr>
          <a:xfrm>
            <a:off x="7122860" y="1477798"/>
            <a:ext cx="2780543" cy="2548292"/>
          </a:xfrm>
          <a:prstGeom prst="rect">
            <a:avLst/>
          </a:prstGeom>
        </p:spPr>
      </p:pic>
      <p:pic>
        <p:nvPicPr>
          <p:cNvPr id="6" name="Picture 5">
            <a:extLst>
              <a:ext uri="{FF2B5EF4-FFF2-40B4-BE49-F238E27FC236}">
                <a16:creationId xmlns:a16="http://schemas.microsoft.com/office/drawing/2014/main" id="{FDB88CE3-E2C2-C86E-484A-4B35125413FD}"/>
              </a:ext>
            </a:extLst>
          </p:cNvPr>
          <p:cNvPicPr>
            <a:picLocks noChangeAspect="1"/>
          </p:cNvPicPr>
          <p:nvPr/>
        </p:nvPicPr>
        <p:blipFill>
          <a:blip r:embed="rId3"/>
          <a:stretch>
            <a:fillRect/>
          </a:stretch>
        </p:blipFill>
        <p:spPr>
          <a:xfrm>
            <a:off x="6987655" y="4279808"/>
            <a:ext cx="2781075" cy="1711431"/>
          </a:xfrm>
          <a:prstGeom prst="rect">
            <a:avLst/>
          </a:prstGeom>
        </p:spPr>
      </p:pic>
      <p:pic>
        <p:nvPicPr>
          <p:cNvPr id="8" name="Picture 7">
            <a:extLst>
              <a:ext uri="{FF2B5EF4-FFF2-40B4-BE49-F238E27FC236}">
                <a16:creationId xmlns:a16="http://schemas.microsoft.com/office/drawing/2014/main" id="{C2C3DCD6-B9B3-002C-FC6E-A1C2C7B5522F}"/>
              </a:ext>
            </a:extLst>
          </p:cNvPr>
          <p:cNvPicPr>
            <a:picLocks noChangeAspect="1"/>
          </p:cNvPicPr>
          <p:nvPr/>
        </p:nvPicPr>
        <p:blipFill>
          <a:blip r:embed="rId4"/>
          <a:stretch>
            <a:fillRect/>
          </a:stretch>
        </p:blipFill>
        <p:spPr>
          <a:xfrm>
            <a:off x="9988826" y="1884043"/>
            <a:ext cx="2203173" cy="1962490"/>
          </a:xfrm>
          <a:prstGeom prst="rect">
            <a:avLst/>
          </a:prstGeom>
        </p:spPr>
      </p:pic>
      <p:pic>
        <p:nvPicPr>
          <p:cNvPr id="9" name="Picture 8">
            <a:extLst>
              <a:ext uri="{FF2B5EF4-FFF2-40B4-BE49-F238E27FC236}">
                <a16:creationId xmlns:a16="http://schemas.microsoft.com/office/drawing/2014/main" id="{A0DBD2E2-DC57-A103-AEE1-E2E4733B1C7C}"/>
              </a:ext>
            </a:extLst>
          </p:cNvPr>
          <p:cNvPicPr>
            <a:picLocks noChangeAspect="1"/>
          </p:cNvPicPr>
          <p:nvPr/>
        </p:nvPicPr>
        <p:blipFill>
          <a:blip r:embed="rId5"/>
          <a:stretch>
            <a:fillRect/>
          </a:stretch>
        </p:blipFill>
        <p:spPr>
          <a:xfrm>
            <a:off x="9897231" y="4310157"/>
            <a:ext cx="2294768" cy="1711431"/>
          </a:xfrm>
          <a:prstGeom prst="rect">
            <a:avLst/>
          </a:prstGeom>
        </p:spPr>
      </p:pic>
      <p:pic>
        <p:nvPicPr>
          <p:cNvPr id="11" name="Picture 10">
            <a:extLst>
              <a:ext uri="{FF2B5EF4-FFF2-40B4-BE49-F238E27FC236}">
                <a16:creationId xmlns:a16="http://schemas.microsoft.com/office/drawing/2014/main" id="{B3B42B28-398E-322C-6F33-7C0BC300F72E}"/>
              </a:ext>
            </a:extLst>
          </p:cNvPr>
          <p:cNvPicPr>
            <a:picLocks noChangeAspect="1"/>
          </p:cNvPicPr>
          <p:nvPr/>
        </p:nvPicPr>
        <p:blipFill>
          <a:blip r:embed="rId6"/>
          <a:stretch>
            <a:fillRect/>
          </a:stretch>
        </p:blipFill>
        <p:spPr>
          <a:xfrm>
            <a:off x="11090412" y="607619"/>
            <a:ext cx="812800" cy="812800"/>
          </a:xfrm>
          <a:prstGeom prst="rect">
            <a:avLst/>
          </a:prstGeom>
        </p:spPr>
      </p:pic>
    </p:spTree>
    <p:extLst>
      <p:ext uri="{BB962C8B-B14F-4D97-AF65-F5344CB8AC3E}">
        <p14:creationId xmlns:p14="http://schemas.microsoft.com/office/powerpoint/2010/main" val="3603577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BABEB-2CE1-71C5-9409-2C647381966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7F6F1B5-2335-6083-A608-A1793CBA8109}"/>
              </a:ext>
            </a:extLst>
          </p:cNvPr>
          <p:cNvSpPr>
            <a:spLocks noGrp="1"/>
          </p:cNvSpPr>
          <p:nvPr>
            <p:ph type="sldNum" sz="quarter" idx="12"/>
          </p:nvPr>
        </p:nvSpPr>
        <p:spPr/>
        <p:txBody>
          <a:bodyPr/>
          <a:lstStyle/>
          <a:p>
            <a:fld id="{7B1AD4E9-9375-4978-A563-9EBD39E6D713}" type="slidenum">
              <a:rPr lang="en-US" smtClean="0"/>
              <a:t>5</a:t>
            </a:fld>
            <a:endParaRPr lang="en-US"/>
          </a:p>
        </p:txBody>
      </p:sp>
      <p:sp>
        <p:nvSpPr>
          <p:cNvPr id="7" name="TextBox 6">
            <a:extLst>
              <a:ext uri="{FF2B5EF4-FFF2-40B4-BE49-F238E27FC236}">
                <a16:creationId xmlns:a16="http://schemas.microsoft.com/office/drawing/2014/main" id="{EFF0C825-22C9-7818-7749-469C8E6DC180}"/>
              </a:ext>
            </a:extLst>
          </p:cNvPr>
          <p:cNvSpPr txBox="1"/>
          <p:nvPr/>
        </p:nvSpPr>
        <p:spPr>
          <a:xfrm>
            <a:off x="6346209" y="1533465"/>
            <a:ext cx="5845791" cy="3847207"/>
          </a:xfrm>
          <a:prstGeom prst="rect">
            <a:avLst/>
          </a:prstGeom>
          <a:noFill/>
        </p:spPr>
        <p:txBody>
          <a:bodyPr wrap="square" rtlCol="0">
            <a:spAutoFit/>
          </a:bodyPr>
          <a:lstStyle/>
          <a:p>
            <a:pPr marL="285750" indent="-285750">
              <a:buFont typeface="Courier New" panose="02070309020205020404" pitchFamily="49" charset="0"/>
              <a:buChar char="o"/>
            </a:pPr>
            <a:r>
              <a:rPr lang="en-IN" sz="2800" b="1" dirty="0"/>
              <a:t>2.1 Problem Statement</a:t>
            </a:r>
          </a:p>
          <a:p>
            <a:pPr marL="171450" indent="-171450">
              <a:buFont typeface="Arial" panose="020B0604020202020204" pitchFamily="34" charset="0"/>
              <a:buChar char="•"/>
            </a:pPr>
            <a:r>
              <a:rPr lang="en-IN" sz="2400" dirty="0"/>
              <a:t>This project aims to develop a machine learning model that accurately predicts post-launch IPO prices, addressing the gap in existing models that focus on broader stock predictions. By considering key factors like macroeconomic conditions, company fundamentals, and market sentiment, the model will help investors assess potential profits and manage risks more effectively.</a:t>
            </a:r>
            <a:endParaRPr lang="en-US" sz="2400" dirty="0"/>
          </a:p>
        </p:txBody>
      </p:sp>
      <p:sp>
        <p:nvSpPr>
          <p:cNvPr id="13" name="TextBox 12">
            <a:extLst>
              <a:ext uri="{FF2B5EF4-FFF2-40B4-BE49-F238E27FC236}">
                <a16:creationId xmlns:a16="http://schemas.microsoft.com/office/drawing/2014/main" id="{E18AE580-A87E-C702-1A35-1FE85B9F0DCA}"/>
              </a:ext>
            </a:extLst>
          </p:cNvPr>
          <p:cNvSpPr txBox="1"/>
          <p:nvPr/>
        </p:nvSpPr>
        <p:spPr>
          <a:xfrm>
            <a:off x="791570" y="4285397"/>
            <a:ext cx="184731" cy="369332"/>
          </a:xfrm>
          <a:prstGeom prst="rect">
            <a:avLst/>
          </a:prstGeom>
          <a:noFill/>
        </p:spPr>
        <p:txBody>
          <a:bodyPr wrap="none" rtlCol="0">
            <a:spAutoFit/>
          </a:bodyPr>
          <a:lstStyle/>
          <a:p>
            <a:endParaRPr lang="en-US" dirty="0"/>
          </a:p>
        </p:txBody>
      </p:sp>
      <p:pic>
        <p:nvPicPr>
          <p:cNvPr id="4" name="Picture 3">
            <a:extLst>
              <a:ext uri="{FF2B5EF4-FFF2-40B4-BE49-F238E27FC236}">
                <a16:creationId xmlns:a16="http://schemas.microsoft.com/office/drawing/2014/main" id="{024EC049-B07C-B018-7E8F-C48A47A48D1D}"/>
              </a:ext>
            </a:extLst>
          </p:cNvPr>
          <p:cNvPicPr>
            <a:picLocks noChangeAspect="1"/>
          </p:cNvPicPr>
          <p:nvPr/>
        </p:nvPicPr>
        <p:blipFill>
          <a:blip r:embed="rId2"/>
          <a:stretch>
            <a:fillRect/>
          </a:stretch>
        </p:blipFill>
        <p:spPr>
          <a:xfrm>
            <a:off x="0" y="1533465"/>
            <a:ext cx="6096000" cy="4717210"/>
          </a:xfrm>
          <a:prstGeom prst="rect">
            <a:avLst/>
          </a:prstGeom>
        </p:spPr>
      </p:pic>
      <p:pic>
        <p:nvPicPr>
          <p:cNvPr id="6" name="Picture 5">
            <a:extLst>
              <a:ext uri="{FF2B5EF4-FFF2-40B4-BE49-F238E27FC236}">
                <a16:creationId xmlns:a16="http://schemas.microsoft.com/office/drawing/2014/main" id="{78EAA69F-4065-385B-D1C1-78020A6C9F2C}"/>
              </a:ext>
            </a:extLst>
          </p:cNvPr>
          <p:cNvPicPr>
            <a:picLocks noChangeAspect="1"/>
          </p:cNvPicPr>
          <p:nvPr/>
        </p:nvPicPr>
        <p:blipFill>
          <a:blip r:embed="rId3"/>
          <a:stretch>
            <a:fillRect/>
          </a:stretch>
        </p:blipFill>
        <p:spPr>
          <a:xfrm>
            <a:off x="10947400" y="557787"/>
            <a:ext cx="812800" cy="812800"/>
          </a:xfrm>
          <a:prstGeom prst="rect">
            <a:avLst/>
          </a:prstGeom>
        </p:spPr>
      </p:pic>
    </p:spTree>
    <p:extLst>
      <p:ext uri="{BB962C8B-B14F-4D97-AF65-F5344CB8AC3E}">
        <p14:creationId xmlns:p14="http://schemas.microsoft.com/office/powerpoint/2010/main" val="15838770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E056C-4F16-ED2F-E133-74D9600107E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B5B12D-7BD9-B6B1-F72C-BB57F91AF45C}"/>
              </a:ext>
            </a:extLst>
          </p:cNvPr>
          <p:cNvSpPr>
            <a:spLocks noGrp="1"/>
          </p:cNvSpPr>
          <p:nvPr>
            <p:ph type="sldNum" sz="quarter" idx="12"/>
          </p:nvPr>
        </p:nvSpPr>
        <p:spPr/>
        <p:txBody>
          <a:bodyPr/>
          <a:lstStyle/>
          <a:p>
            <a:fld id="{7B1AD4E9-9375-4978-A563-9EBD39E6D713}" type="slidenum">
              <a:rPr lang="en-US" smtClean="0"/>
              <a:t>6</a:t>
            </a:fld>
            <a:endParaRPr lang="en-US"/>
          </a:p>
        </p:txBody>
      </p:sp>
      <p:sp>
        <p:nvSpPr>
          <p:cNvPr id="7" name="TextBox 6">
            <a:extLst>
              <a:ext uri="{FF2B5EF4-FFF2-40B4-BE49-F238E27FC236}">
                <a16:creationId xmlns:a16="http://schemas.microsoft.com/office/drawing/2014/main" id="{D222A1C3-B97F-AB65-2316-1C6D5D2E9DF0}"/>
              </a:ext>
            </a:extLst>
          </p:cNvPr>
          <p:cNvSpPr txBox="1"/>
          <p:nvPr/>
        </p:nvSpPr>
        <p:spPr>
          <a:xfrm>
            <a:off x="99443" y="1436738"/>
            <a:ext cx="12092557" cy="5314275"/>
          </a:xfrm>
          <a:prstGeom prst="rect">
            <a:avLst/>
          </a:prstGeom>
          <a:noFill/>
        </p:spPr>
        <p:txBody>
          <a:bodyPr wrap="square" rtlCol="0">
            <a:spAutoFit/>
          </a:bodyPr>
          <a:lstStyle/>
          <a:p>
            <a:pPr marL="457200" indent="-457200">
              <a:lnSpc>
                <a:spcPct val="150000"/>
              </a:lnSpc>
              <a:spcBef>
                <a:spcPts val="800"/>
              </a:spcBef>
              <a:spcAft>
                <a:spcPts val="400"/>
              </a:spcAft>
              <a:buFont typeface="Arial" panose="020B0604020202020204" pitchFamily="34" charset="0"/>
              <a:buChar char="•"/>
            </a:pPr>
            <a:r>
              <a:rPr lang="en-IN" sz="2800" b="1" dirty="0"/>
              <a:t>3.1 Dataset Description  </a:t>
            </a:r>
            <a:br>
              <a:rPr lang="en-IN" sz="1400" b="1" dirty="0"/>
            </a:br>
            <a:r>
              <a:rPr lang="en-IN" sz="1600" kern="0" dirty="0">
                <a:effectLst/>
                <a:latin typeface="Aptos Display" panose="020B0004020202020204" pitchFamily="34" charset="0"/>
                <a:ea typeface="Times New Roman" panose="02020603050405020304" pitchFamily="18" charset="0"/>
                <a:cs typeface="Times New Roman" panose="02020603050405020304" pitchFamily="18" charset="0"/>
              </a:rPr>
              <a:t>The dataset used in this project is sourced from a CSV file and contains detailed information about Initial Public Offerings (IPOs) in the Indian stock market. It compiles data on various IPOs launched across different years, capturing essential financial metrics and stock performance indicators. This dataset can be used to explore trends, </a:t>
            </a:r>
            <a:r>
              <a:rPr lang="en-IN" sz="1600" kern="0" dirty="0" err="1">
                <a:effectLst/>
                <a:latin typeface="Aptos Display" panose="020B0004020202020204" pitchFamily="34" charset="0"/>
                <a:ea typeface="Times New Roman" panose="02020603050405020304" pitchFamily="18" charset="0"/>
                <a:cs typeface="Times New Roman" panose="02020603050405020304" pitchFamily="18" charset="0"/>
              </a:rPr>
              <a:t>analyze</a:t>
            </a:r>
            <a:r>
              <a:rPr lang="en-IN" sz="1600" kern="0" dirty="0">
                <a:effectLst/>
                <a:latin typeface="Aptos Display" panose="020B0004020202020204" pitchFamily="34" charset="0"/>
                <a:ea typeface="Times New Roman" panose="02020603050405020304" pitchFamily="18" charset="0"/>
                <a:cs typeface="Times New Roman" panose="02020603050405020304" pitchFamily="18" charset="0"/>
              </a:rPr>
              <a:t> IPO success factors, and build predictive models for IPO price movement.   </a:t>
            </a:r>
            <a:endParaRPr lang="en-IN" sz="1600" kern="100" dirty="0">
              <a:effectLst/>
              <a:latin typeface="Aptos Display" panose="020B0004020202020204" pitchFamily="34" charset="0"/>
              <a:ea typeface="Times New Roman" panose="02020603050405020304" pitchFamily="18" charset="0"/>
              <a:cs typeface="Times New Roman" panose="02020603050405020304" pitchFamily="18" charset="0"/>
            </a:endParaRPr>
          </a:p>
          <a:p>
            <a:pPr marL="285750" indent="-285750">
              <a:lnSpc>
                <a:spcPct val="150000"/>
              </a:lnSpc>
              <a:spcBef>
                <a:spcPts val="800"/>
              </a:spcBef>
              <a:spcAft>
                <a:spcPts val="400"/>
              </a:spcAft>
              <a:buFont typeface="Arial" panose="020B0604020202020204" pitchFamily="34" charset="0"/>
              <a:buChar char="•"/>
            </a:pPr>
            <a:r>
              <a:rPr lang="en-IN" sz="1600" kern="0" dirty="0">
                <a:effectLst/>
                <a:latin typeface="Aptos Display" panose="020B0004020202020204" pitchFamily="34" charset="0"/>
                <a:ea typeface="Times New Roman" panose="02020603050405020304" pitchFamily="18" charset="0"/>
                <a:cs typeface="Times New Roman" panose="02020603050405020304" pitchFamily="18" charset="0"/>
              </a:rPr>
              <a:t>The primary objective of this dataset is to assist in understanding the relationship between different financial      attributes (like issue price, listing price, subscription details, etc.) and the performance of IPOs on their listing day or over time.</a:t>
            </a:r>
            <a:br>
              <a:rPr lang="en-IN" sz="1600" kern="0" dirty="0">
                <a:effectLst/>
                <a:latin typeface="Aptos Display" panose="020B0004020202020204" pitchFamily="34" charset="0"/>
                <a:ea typeface="Times New Roman" panose="02020603050405020304" pitchFamily="18" charset="0"/>
                <a:cs typeface="Times New Roman" panose="02020603050405020304" pitchFamily="18" charset="0"/>
              </a:rPr>
            </a:br>
            <a:r>
              <a:rPr lang="en-IN" sz="1600" kern="0" dirty="0">
                <a:effectLst/>
                <a:latin typeface="Aptos Display" panose="020B0004020202020204" pitchFamily="34" charset="0"/>
                <a:ea typeface="Times New Roman" panose="02020603050405020304" pitchFamily="18" charset="0"/>
                <a:cs typeface="Times New Roman" panose="02020603050405020304" pitchFamily="18" charset="0"/>
              </a:rPr>
              <a:t>Target Variable (for prediction-based use cases)</a:t>
            </a:r>
            <a:endParaRPr lang="en-IN" sz="1600" kern="100" dirty="0">
              <a:effectLst/>
              <a:latin typeface="Aptos Display" panose="020B0004020202020204" pitchFamily="34" charset="0"/>
              <a:ea typeface="Times New Roman" panose="02020603050405020304" pitchFamily="18" charset="0"/>
              <a:cs typeface="Times New Roman" panose="02020603050405020304" pitchFamily="18" charset="0"/>
            </a:endParaRPr>
          </a:p>
          <a:p>
            <a:pPr marL="285750" lvl="0" indent="-285750">
              <a:lnSpc>
                <a:spcPct val="150000"/>
              </a:lnSpc>
              <a:spcBef>
                <a:spcPts val="800"/>
              </a:spcBef>
              <a:spcAft>
                <a:spcPts val="400"/>
              </a:spcAft>
              <a:buSzPts val="1000"/>
              <a:buFont typeface="Arial" panose="020B0604020202020204" pitchFamily="34" charset="0"/>
              <a:buChar char="•"/>
              <a:tabLst>
                <a:tab pos="457200" algn="l"/>
              </a:tabLst>
            </a:pPr>
            <a:r>
              <a:rPr lang="en-IN" sz="1600" kern="0" dirty="0">
                <a:effectLst/>
                <a:latin typeface="Aptos Display" panose="020B0004020202020204" pitchFamily="34" charset="0"/>
                <a:ea typeface="Times New Roman" panose="02020603050405020304" pitchFamily="18" charset="0"/>
                <a:cs typeface="Times New Roman" panose="02020603050405020304" pitchFamily="18" charset="0"/>
              </a:rPr>
              <a:t>Listing Gain (%): This can be used as the target for regression (predicting the gain/loss on the day of listing).</a:t>
            </a:r>
            <a:endParaRPr lang="en-IN" sz="1600" kern="100" dirty="0">
              <a:effectLst/>
              <a:latin typeface="Aptos Display" panose="020B0004020202020204" pitchFamily="34" charset="0"/>
              <a:ea typeface="Times New Roman" panose="02020603050405020304" pitchFamily="18" charset="0"/>
              <a:cs typeface="Times New Roman" panose="02020603050405020304" pitchFamily="18" charset="0"/>
            </a:endParaRPr>
          </a:p>
          <a:p>
            <a:pPr marL="285750" lvl="0" indent="-285750">
              <a:lnSpc>
                <a:spcPct val="150000"/>
              </a:lnSpc>
              <a:spcBef>
                <a:spcPts val="800"/>
              </a:spcBef>
              <a:spcAft>
                <a:spcPts val="400"/>
              </a:spcAft>
              <a:buSzPts val="1000"/>
              <a:buFont typeface="Arial" panose="020B0604020202020204" pitchFamily="34" charset="0"/>
              <a:buChar char="•"/>
              <a:tabLst>
                <a:tab pos="457200" algn="l"/>
              </a:tabLst>
            </a:pPr>
            <a:r>
              <a:rPr lang="en-IN" sz="1600" kern="0" dirty="0">
                <a:effectLst/>
                <a:latin typeface="Aptos Display" panose="020B0004020202020204" pitchFamily="34" charset="0"/>
                <a:ea typeface="Times New Roman" panose="02020603050405020304" pitchFamily="18" charset="0"/>
                <a:cs typeface="Times New Roman" panose="02020603050405020304" pitchFamily="18" charset="0"/>
              </a:rPr>
              <a:t>Alternatively, a binary classification can be built based on whether the listing gain is positive or not.</a:t>
            </a:r>
            <a:endParaRPr lang="en-IN" sz="1600" kern="100" dirty="0">
              <a:effectLst/>
              <a:latin typeface="Aptos Display" panose="020B0004020202020204" pitchFamily="34" charset="0"/>
              <a:ea typeface="Times New Roman" panose="02020603050405020304" pitchFamily="18" charset="0"/>
              <a:cs typeface="Times New Roman" panose="02020603050405020304" pitchFamily="18" charset="0"/>
            </a:endParaRPr>
          </a:p>
          <a:p>
            <a:pPr>
              <a:lnSpc>
                <a:spcPct val="150000"/>
              </a:lnSpc>
              <a:spcBef>
                <a:spcPts val="800"/>
              </a:spcBef>
              <a:spcAft>
                <a:spcPts val="400"/>
              </a:spcAft>
            </a:pPr>
            <a:endParaRPr lang="en-IN" sz="1600" b="1" kern="100"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endParaRPr>
          </a:p>
          <a:p>
            <a:pPr marL="457200" indent="-457200">
              <a:buFont typeface="Courier New" panose="02070309020205020404" pitchFamily="49" charset="0"/>
              <a:buChar char="o"/>
            </a:pPr>
            <a:endParaRPr lang="en-IN" sz="2400" dirty="0"/>
          </a:p>
          <a:p>
            <a:endParaRPr lang="en-IN" sz="1400" b="1" dirty="0"/>
          </a:p>
        </p:txBody>
      </p:sp>
      <p:sp>
        <p:nvSpPr>
          <p:cNvPr id="13" name="TextBox 12">
            <a:extLst>
              <a:ext uri="{FF2B5EF4-FFF2-40B4-BE49-F238E27FC236}">
                <a16:creationId xmlns:a16="http://schemas.microsoft.com/office/drawing/2014/main" id="{22D5F772-039F-601A-94F5-17C9A562298D}"/>
              </a:ext>
            </a:extLst>
          </p:cNvPr>
          <p:cNvSpPr txBox="1"/>
          <p:nvPr/>
        </p:nvSpPr>
        <p:spPr>
          <a:xfrm>
            <a:off x="791570" y="4285397"/>
            <a:ext cx="184731" cy="369332"/>
          </a:xfrm>
          <a:prstGeom prst="rect">
            <a:avLst/>
          </a:prstGeom>
          <a:noFill/>
        </p:spPr>
        <p:txBody>
          <a:bodyPr wrap="none" rtlCol="0">
            <a:spAutoFit/>
          </a:bodyPr>
          <a:lstStyle/>
          <a:p>
            <a:endParaRPr lang="en-US" dirty="0"/>
          </a:p>
        </p:txBody>
      </p:sp>
      <p:pic>
        <p:nvPicPr>
          <p:cNvPr id="4" name="Picture 3">
            <a:extLst>
              <a:ext uri="{FF2B5EF4-FFF2-40B4-BE49-F238E27FC236}">
                <a16:creationId xmlns:a16="http://schemas.microsoft.com/office/drawing/2014/main" id="{A8F17A03-3240-576E-9D2A-8A99FFAA01E7}"/>
              </a:ext>
            </a:extLst>
          </p:cNvPr>
          <p:cNvPicPr>
            <a:picLocks noChangeAspect="1"/>
          </p:cNvPicPr>
          <p:nvPr/>
        </p:nvPicPr>
        <p:blipFill>
          <a:blip r:embed="rId2"/>
          <a:stretch>
            <a:fillRect/>
          </a:stretch>
        </p:blipFill>
        <p:spPr>
          <a:xfrm>
            <a:off x="10947400" y="594886"/>
            <a:ext cx="812800" cy="812800"/>
          </a:xfrm>
          <a:prstGeom prst="rect">
            <a:avLst/>
          </a:prstGeom>
        </p:spPr>
      </p:pic>
    </p:spTree>
    <p:extLst>
      <p:ext uri="{BB962C8B-B14F-4D97-AF65-F5344CB8AC3E}">
        <p14:creationId xmlns:p14="http://schemas.microsoft.com/office/powerpoint/2010/main" val="22179070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EF622-651E-1DF6-D630-4E6A7B09407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4396FC-CED7-A2B0-E6D0-1B4BE43848E8}"/>
              </a:ext>
            </a:extLst>
          </p:cNvPr>
          <p:cNvSpPr>
            <a:spLocks noGrp="1"/>
          </p:cNvSpPr>
          <p:nvPr>
            <p:ph type="sldNum" sz="quarter" idx="12"/>
          </p:nvPr>
        </p:nvSpPr>
        <p:spPr/>
        <p:txBody>
          <a:bodyPr/>
          <a:lstStyle/>
          <a:p>
            <a:fld id="{7B1AD4E9-9375-4978-A563-9EBD39E6D713}" type="slidenum">
              <a:rPr lang="en-US" smtClean="0"/>
              <a:t>7</a:t>
            </a:fld>
            <a:endParaRPr lang="en-US"/>
          </a:p>
        </p:txBody>
      </p:sp>
      <p:sp>
        <p:nvSpPr>
          <p:cNvPr id="7" name="TextBox 6">
            <a:extLst>
              <a:ext uri="{FF2B5EF4-FFF2-40B4-BE49-F238E27FC236}">
                <a16:creationId xmlns:a16="http://schemas.microsoft.com/office/drawing/2014/main" id="{22D8261A-271C-E5E5-3509-4AA699C85648}"/>
              </a:ext>
            </a:extLst>
          </p:cNvPr>
          <p:cNvSpPr txBox="1"/>
          <p:nvPr/>
        </p:nvSpPr>
        <p:spPr>
          <a:xfrm>
            <a:off x="99443" y="1436738"/>
            <a:ext cx="12092557" cy="5622052"/>
          </a:xfrm>
          <a:prstGeom prst="rect">
            <a:avLst/>
          </a:prstGeom>
          <a:noFill/>
        </p:spPr>
        <p:txBody>
          <a:bodyPr wrap="square" rtlCol="0">
            <a:spAutoFit/>
          </a:bodyPr>
          <a:lstStyle/>
          <a:p>
            <a:pPr marL="457200" indent="-457200">
              <a:lnSpc>
                <a:spcPct val="150000"/>
              </a:lnSpc>
              <a:spcBef>
                <a:spcPts val="800"/>
              </a:spcBef>
              <a:spcAft>
                <a:spcPts val="400"/>
              </a:spcAft>
              <a:buFont typeface="Arial" panose="020B0604020202020204" pitchFamily="34" charset="0"/>
              <a:buChar char="•"/>
            </a:pPr>
            <a:r>
              <a:rPr lang="en-IN" sz="2800" b="1" dirty="0"/>
              <a:t>3.1 Dataset Description  </a:t>
            </a:r>
            <a:br>
              <a:rPr lang="en-IN" sz="2400" dirty="0"/>
            </a:br>
            <a:r>
              <a:rPr lang="en-IN" sz="1400" b="1" kern="0" dirty="0">
                <a:effectLst/>
                <a:latin typeface="Aptos Display" panose="020B0004020202020204" pitchFamily="34" charset="0"/>
                <a:ea typeface="Times New Roman" panose="02020603050405020304" pitchFamily="18" charset="0"/>
                <a:cs typeface="Times New Roman" panose="02020603050405020304" pitchFamily="18" charset="0"/>
              </a:rPr>
              <a:t>Features Overview The dataset includes the following key features:</a:t>
            </a:r>
            <a:endParaRPr lang="en-IN" sz="1400" b="1" kern="100" dirty="0">
              <a:effectLst/>
              <a:latin typeface="Aptos Display" panose="020B0004020202020204" pitchFamily="34" charset="0"/>
              <a:ea typeface="Times New Roman" panose="02020603050405020304" pitchFamily="18" charset="0"/>
              <a:cs typeface="Times New Roman" panose="02020603050405020304" pitchFamily="18" charset="0"/>
            </a:endParaRPr>
          </a:p>
          <a:p>
            <a:pPr marL="342900" lvl="0" indent="-342900">
              <a:lnSpc>
                <a:spcPct val="150000"/>
              </a:lnSpc>
              <a:spcBef>
                <a:spcPts val="800"/>
              </a:spcBef>
              <a:spcAft>
                <a:spcPts val="400"/>
              </a:spcAft>
              <a:buSzPts val="1000"/>
              <a:buFont typeface="Symbol" pitchFamily="2" charset="2"/>
              <a:buChar char=""/>
              <a:tabLst>
                <a:tab pos="457200" algn="l"/>
              </a:tabLst>
            </a:pPr>
            <a:r>
              <a:rPr lang="en-IN" sz="1400" kern="0" dirty="0">
                <a:effectLst/>
                <a:latin typeface="Aptos Display" panose="020B0004020202020204" pitchFamily="34" charset="0"/>
                <a:ea typeface="Times New Roman" panose="02020603050405020304" pitchFamily="18" charset="0"/>
                <a:cs typeface="Times New Roman" panose="02020603050405020304" pitchFamily="18" charset="0"/>
              </a:rPr>
              <a:t>Company Name: Name of the company launching the IPO.</a:t>
            </a:r>
            <a:endParaRPr lang="en-IN" sz="1400" kern="100" dirty="0">
              <a:effectLst/>
              <a:latin typeface="Aptos Display" panose="020B0004020202020204" pitchFamily="34" charset="0"/>
              <a:ea typeface="Times New Roman" panose="02020603050405020304" pitchFamily="18" charset="0"/>
              <a:cs typeface="Times New Roman" panose="02020603050405020304" pitchFamily="18" charset="0"/>
            </a:endParaRPr>
          </a:p>
          <a:p>
            <a:pPr marL="342900" lvl="0" indent="-342900">
              <a:lnSpc>
                <a:spcPct val="150000"/>
              </a:lnSpc>
              <a:spcBef>
                <a:spcPts val="800"/>
              </a:spcBef>
              <a:spcAft>
                <a:spcPts val="400"/>
              </a:spcAft>
              <a:buSzPts val="1000"/>
              <a:buFont typeface="Symbol" pitchFamily="2" charset="2"/>
              <a:buChar char=""/>
              <a:tabLst>
                <a:tab pos="457200" algn="l"/>
              </a:tabLst>
            </a:pPr>
            <a:r>
              <a:rPr lang="en-IN" sz="1400" kern="0" dirty="0">
                <a:effectLst/>
                <a:latin typeface="Aptos Display" panose="020B0004020202020204" pitchFamily="34" charset="0"/>
                <a:ea typeface="Times New Roman" panose="02020603050405020304" pitchFamily="18" charset="0"/>
                <a:cs typeface="Times New Roman" panose="02020603050405020304" pitchFamily="18" charset="0"/>
              </a:rPr>
              <a:t>IPO Date: Date when the IPO opened for subscription.</a:t>
            </a:r>
            <a:endParaRPr lang="en-IN" sz="1400" kern="100" dirty="0">
              <a:effectLst/>
              <a:latin typeface="Aptos Display" panose="020B0004020202020204" pitchFamily="34" charset="0"/>
              <a:ea typeface="Times New Roman" panose="02020603050405020304" pitchFamily="18" charset="0"/>
              <a:cs typeface="Times New Roman" panose="02020603050405020304" pitchFamily="18" charset="0"/>
            </a:endParaRPr>
          </a:p>
          <a:p>
            <a:pPr marL="342900" lvl="0" indent="-342900">
              <a:lnSpc>
                <a:spcPct val="150000"/>
              </a:lnSpc>
              <a:spcBef>
                <a:spcPts val="800"/>
              </a:spcBef>
              <a:spcAft>
                <a:spcPts val="400"/>
              </a:spcAft>
              <a:buSzPts val="1000"/>
              <a:buFont typeface="Symbol" pitchFamily="2" charset="2"/>
              <a:buChar char=""/>
              <a:tabLst>
                <a:tab pos="457200" algn="l"/>
              </a:tabLst>
            </a:pPr>
            <a:r>
              <a:rPr lang="en-IN" sz="1400" kern="0" dirty="0">
                <a:effectLst/>
                <a:latin typeface="Aptos Display" panose="020B0004020202020204" pitchFamily="34" charset="0"/>
                <a:ea typeface="Times New Roman" panose="02020603050405020304" pitchFamily="18" charset="0"/>
                <a:cs typeface="Times New Roman" panose="02020603050405020304" pitchFamily="18" charset="0"/>
              </a:rPr>
              <a:t>Issue Price (Rs): The price at which shares were offered to investors.</a:t>
            </a:r>
            <a:endParaRPr lang="en-IN" sz="1400" kern="100" dirty="0">
              <a:effectLst/>
              <a:latin typeface="Aptos Display" panose="020B0004020202020204" pitchFamily="34" charset="0"/>
              <a:ea typeface="Times New Roman" panose="02020603050405020304" pitchFamily="18" charset="0"/>
              <a:cs typeface="Times New Roman" panose="02020603050405020304" pitchFamily="18" charset="0"/>
            </a:endParaRPr>
          </a:p>
          <a:p>
            <a:pPr marL="342900" lvl="0" indent="-342900">
              <a:lnSpc>
                <a:spcPct val="150000"/>
              </a:lnSpc>
              <a:spcBef>
                <a:spcPts val="800"/>
              </a:spcBef>
              <a:spcAft>
                <a:spcPts val="400"/>
              </a:spcAft>
              <a:buSzPts val="1000"/>
              <a:buFont typeface="Symbol" pitchFamily="2" charset="2"/>
              <a:buChar char=""/>
              <a:tabLst>
                <a:tab pos="457200" algn="l"/>
              </a:tabLst>
            </a:pPr>
            <a:r>
              <a:rPr lang="en-IN" sz="1400" kern="0" dirty="0">
                <a:effectLst/>
                <a:latin typeface="Aptos Display" panose="020B0004020202020204" pitchFamily="34" charset="0"/>
                <a:ea typeface="Times New Roman" panose="02020603050405020304" pitchFamily="18" charset="0"/>
                <a:cs typeface="Times New Roman" panose="02020603050405020304" pitchFamily="18" charset="0"/>
              </a:rPr>
              <a:t>Listing Price (Rs): The price at which the shares were listed on the stock exchange.</a:t>
            </a:r>
            <a:endParaRPr lang="en-IN" sz="1400" kern="100" dirty="0">
              <a:effectLst/>
              <a:latin typeface="Aptos Display" panose="020B0004020202020204" pitchFamily="34" charset="0"/>
              <a:ea typeface="Times New Roman" panose="02020603050405020304" pitchFamily="18" charset="0"/>
              <a:cs typeface="Times New Roman" panose="02020603050405020304" pitchFamily="18" charset="0"/>
            </a:endParaRPr>
          </a:p>
          <a:p>
            <a:pPr marL="342900" lvl="0" indent="-342900">
              <a:lnSpc>
                <a:spcPct val="150000"/>
              </a:lnSpc>
              <a:spcBef>
                <a:spcPts val="800"/>
              </a:spcBef>
              <a:spcAft>
                <a:spcPts val="400"/>
              </a:spcAft>
              <a:buSzPts val="1000"/>
              <a:buFont typeface="Symbol" pitchFamily="2" charset="2"/>
              <a:buChar char=""/>
              <a:tabLst>
                <a:tab pos="457200" algn="l"/>
              </a:tabLst>
            </a:pPr>
            <a:r>
              <a:rPr lang="en-IN" sz="1400" kern="0" dirty="0">
                <a:effectLst/>
                <a:latin typeface="Aptos Display" panose="020B0004020202020204" pitchFamily="34" charset="0"/>
                <a:ea typeface="Times New Roman" panose="02020603050405020304" pitchFamily="18" charset="0"/>
                <a:cs typeface="Times New Roman" panose="02020603050405020304" pitchFamily="18" charset="0"/>
              </a:rPr>
              <a:t>Listing Gain (%): Percentage gain/loss from issue price to listing price.</a:t>
            </a:r>
            <a:endParaRPr lang="en-IN" sz="1400" kern="100" dirty="0">
              <a:effectLst/>
              <a:latin typeface="Aptos Display" panose="020B0004020202020204" pitchFamily="34" charset="0"/>
              <a:ea typeface="Times New Roman" panose="02020603050405020304" pitchFamily="18" charset="0"/>
              <a:cs typeface="Times New Roman" panose="02020603050405020304" pitchFamily="18" charset="0"/>
            </a:endParaRPr>
          </a:p>
          <a:p>
            <a:pPr marL="342900" lvl="0" indent="-342900">
              <a:lnSpc>
                <a:spcPct val="150000"/>
              </a:lnSpc>
              <a:spcBef>
                <a:spcPts val="800"/>
              </a:spcBef>
              <a:spcAft>
                <a:spcPts val="400"/>
              </a:spcAft>
              <a:buSzPts val="1000"/>
              <a:buFont typeface="Symbol" pitchFamily="2" charset="2"/>
              <a:buChar char=""/>
              <a:tabLst>
                <a:tab pos="457200" algn="l"/>
              </a:tabLst>
            </a:pPr>
            <a:r>
              <a:rPr lang="en-IN" sz="1400" kern="0" dirty="0">
                <a:effectLst/>
                <a:latin typeface="Aptos Display" panose="020B0004020202020204" pitchFamily="34" charset="0"/>
                <a:ea typeface="Times New Roman" panose="02020603050405020304" pitchFamily="18" charset="0"/>
                <a:cs typeface="Times New Roman" panose="02020603050405020304" pitchFamily="18" charset="0"/>
              </a:rPr>
              <a:t>Current Price (Rs): Current market price of the stock (may be </a:t>
            </a:r>
            <a:r>
              <a:rPr lang="en-IN" sz="1400" kern="0" dirty="0" err="1">
                <a:effectLst/>
                <a:latin typeface="Aptos Display" panose="020B0004020202020204" pitchFamily="34" charset="0"/>
                <a:ea typeface="Times New Roman" panose="02020603050405020304" pitchFamily="18" charset="0"/>
                <a:cs typeface="Times New Roman" panose="02020603050405020304" pitchFamily="18" charset="0"/>
              </a:rPr>
              <a:t>NaN</a:t>
            </a:r>
            <a:r>
              <a:rPr lang="en-IN" sz="1400" kern="0" dirty="0">
                <a:effectLst/>
                <a:latin typeface="Aptos Display" panose="020B0004020202020204" pitchFamily="34" charset="0"/>
                <a:ea typeface="Times New Roman" panose="02020603050405020304" pitchFamily="18" charset="0"/>
                <a:cs typeface="Times New Roman" panose="02020603050405020304" pitchFamily="18" charset="0"/>
              </a:rPr>
              <a:t> for recent IPOs).</a:t>
            </a:r>
            <a:endParaRPr lang="en-IN" sz="1400" kern="100" dirty="0">
              <a:effectLst/>
              <a:latin typeface="Aptos Display" panose="020B0004020202020204" pitchFamily="34" charset="0"/>
              <a:ea typeface="Times New Roman" panose="02020603050405020304" pitchFamily="18" charset="0"/>
              <a:cs typeface="Times New Roman" panose="02020603050405020304" pitchFamily="18" charset="0"/>
            </a:endParaRPr>
          </a:p>
          <a:p>
            <a:pPr marL="342900" lvl="0" indent="-342900">
              <a:lnSpc>
                <a:spcPct val="150000"/>
              </a:lnSpc>
              <a:spcBef>
                <a:spcPts val="800"/>
              </a:spcBef>
              <a:spcAft>
                <a:spcPts val="400"/>
              </a:spcAft>
              <a:buSzPts val="1000"/>
              <a:buFont typeface="Symbol" pitchFamily="2" charset="2"/>
              <a:buChar char=""/>
              <a:tabLst>
                <a:tab pos="457200" algn="l"/>
              </a:tabLst>
            </a:pPr>
            <a:r>
              <a:rPr lang="en-IN" sz="1400" kern="0" dirty="0">
                <a:effectLst/>
                <a:latin typeface="Aptos Display" panose="020B0004020202020204" pitchFamily="34" charset="0"/>
                <a:ea typeface="Times New Roman" panose="02020603050405020304" pitchFamily="18" charset="0"/>
                <a:cs typeface="Times New Roman" panose="02020603050405020304" pitchFamily="18" charset="0"/>
              </a:rPr>
              <a:t>Returns (%): Returns compared to the issue price.</a:t>
            </a:r>
            <a:endParaRPr lang="en-IN" sz="1400" kern="100" dirty="0">
              <a:effectLst/>
              <a:latin typeface="Aptos Display" panose="020B0004020202020204" pitchFamily="34" charset="0"/>
              <a:ea typeface="Times New Roman" panose="02020603050405020304" pitchFamily="18" charset="0"/>
              <a:cs typeface="Times New Roman" panose="02020603050405020304" pitchFamily="18" charset="0"/>
            </a:endParaRPr>
          </a:p>
          <a:p>
            <a:pPr marL="342900" lvl="0" indent="-342900">
              <a:lnSpc>
                <a:spcPct val="150000"/>
              </a:lnSpc>
              <a:spcBef>
                <a:spcPts val="800"/>
              </a:spcBef>
              <a:spcAft>
                <a:spcPts val="400"/>
              </a:spcAft>
              <a:buSzPts val="1000"/>
              <a:buFont typeface="Symbol" pitchFamily="2" charset="2"/>
              <a:buChar char=""/>
              <a:tabLst>
                <a:tab pos="457200" algn="l"/>
              </a:tabLst>
            </a:pPr>
            <a:r>
              <a:rPr lang="en-IN" sz="1400" kern="0" dirty="0">
                <a:effectLst/>
                <a:latin typeface="Aptos Display" panose="020B0004020202020204" pitchFamily="34" charset="0"/>
                <a:ea typeface="Times New Roman" panose="02020603050405020304" pitchFamily="18" charset="0"/>
                <a:cs typeface="Times New Roman" panose="02020603050405020304" pitchFamily="18" charset="0"/>
              </a:rPr>
              <a:t>Subscription (x): Overall subscription figure (times oversubscribed).</a:t>
            </a:r>
            <a:endParaRPr lang="en-IN" sz="1400" kern="100" dirty="0">
              <a:effectLst/>
              <a:latin typeface="Aptos Display" panose="020B0004020202020204" pitchFamily="34" charset="0"/>
              <a:ea typeface="Times New Roman" panose="02020603050405020304" pitchFamily="18" charset="0"/>
              <a:cs typeface="Times New Roman" panose="02020603050405020304" pitchFamily="18" charset="0"/>
            </a:endParaRPr>
          </a:p>
          <a:p>
            <a:pPr marL="342900" lvl="0" indent="-342900">
              <a:lnSpc>
                <a:spcPct val="150000"/>
              </a:lnSpc>
              <a:spcBef>
                <a:spcPts val="800"/>
              </a:spcBef>
              <a:spcAft>
                <a:spcPts val="400"/>
              </a:spcAft>
              <a:buSzPts val="1000"/>
              <a:buFont typeface="Symbol" pitchFamily="2" charset="2"/>
              <a:buChar char=""/>
              <a:tabLst>
                <a:tab pos="457200" algn="l"/>
              </a:tabLst>
            </a:pPr>
            <a:r>
              <a:rPr lang="en-IN" sz="1400" kern="0" dirty="0">
                <a:effectLst/>
                <a:latin typeface="Aptos Display" panose="020B0004020202020204" pitchFamily="34" charset="0"/>
                <a:ea typeface="Times New Roman" panose="02020603050405020304" pitchFamily="18" charset="0"/>
                <a:cs typeface="Times New Roman" panose="02020603050405020304" pitchFamily="18" charset="0"/>
              </a:rPr>
              <a:t>QIB, NII, Retail: Subscription by Qualified Institutional Buyers, Non-Institutional Investors, and Retail Investors</a:t>
            </a:r>
            <a:endParaRPr lang="en-IN" sz="1400" kern="100" dirty="0">
              <a:effectLst/>
              <a:latin typeface="Aptos Display" panose="020B0004020202020204" pitchFamily="34" charset="0"/>
              <a:ea typeface="Times New Roman" panose="02020603050405020304" pitchFamily="18" charset="0"/>
              <a:cs typeface="Times New Roman" panose="02020603050405020304" pitchFamily="18" charset="0"/>
            </a:endParaRPr>
          </a:p>
          <a:p>
            <a:endParaRPr lang="en-IN" sz="1400" b="1" dirty="0"/>
          </a:p>
        </p:txBody>
      </p:sp>
      <p:sp>
        <p:nvSpPr>
          <p:cNvPr id="13" name="TextBox 12">
            <a:extLst>
              <a:ext uri="{FF2B5EF4-FFF2-40B4-BE49-F238E27FC236}">
                <a16:creationId xmlns:a16="http://schemas.microsoft.com/office/drawing/2014/main" id="{4BDF6E7D-A1AB-9018-B0A3-6C2F6B2A7873}"/>
              </a:ext>
            </a:extLst>
          </p:cNvPr>
          <p:cNvSpPr txBox="1"/>
          <p:nvPr/>
        </p:nvSpPr>
        <p:spPr>
          <a:xfrm>
            <a:off x="791570" y="4285397"/>
            <a:ext cx="184731" cy="369332"/>
          </a:xfrm>
          <a:prstGeom prst="rect">
            <a:avLst/>
          </a:prstGeom>
          <a:noFill/>
        </p:spPr>
        <p:txBody>
          <a:bodyPr wrap="none" rtlCol="0">
            <a:spAutoFit/>
          </a:bodyPr>
          <a:lstStyle/>
          <a:p>
            <a:endParaRPr lang="en-US" dirty="0"/>
          </a:p>
        </p:txBody>
      </p:sp>
      <p:pic>
        <p:nvPicPr>
          <p:cNvPr id="4" name="Picture 3">
            <a:extLst>
              <a:ext uri="{FF2B5EF4-FFF2-40B4-BE49-F238E27FC236}">
                <a16:creationId xmlns:a16="http://schemas.microsoft.com/office/drawing/2014/main" id="{BC2B2423-AE1F-58E3-1943-68E89B7A652C}"/>
              </a:ext>
            </a:extLst>
          </p:cNvPr>
          <p:cNvPicPr>
            <a:picLocks noChangeAspect="1"/>
          </p:cNvPicPr>
          <p:nvPr/>
        </p:nvPicPr>
        <p:blipFill>
          <a:blip r:embed="rId2"/>
          <a:stretch>
            <a:fillRect/>
          </a:stretch>
        </p:blipFill>
        <p:spPr>
          <a:xfrm>
            <a:off x="10947400" y="594886"/>
            <a:ext cx="812800" cy="812800"/>
          </a:xfrm>
          <a:prstGeom prst="rect">
            <a:avLst/>
          </a:prstGeom>
        </p:spPr>
      </p:pic>
    </p:spTree>
    <p:extLst>
      <p:ext uri="{BB962C8B-B14F-4D97-AF65-F5344CB8AC3E}">
        <p14:creationId xmlns:p14="http://schemas.microsoft.com/office/powerpoint/2010/main" val="2380502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349E8-B93B-559E-6000-C850A67DA3A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B2BEB7F-8163-8011-8152-84A5D0DDCF93}"/>
              </a:ext>
            </a:extLst>
          </p:cNvPr>
          <p:cNvSpPr>
            <a:spLocks noGrp="1"/>
          </p:cNvSpPr>
          <p:nvPr>
            <p:ph type="sldNum" sz="quarter" idx="12"/>
          </p:nvPr>
        </p:nvSpPr>
        <p:spPr/>
        <p:txBody>
          <a:bodyPr/>
          <a:lstStyle/>
          <a:p>
            <a:fld id="{7B1AD4E9-9375-4978-A563-9EBD39E6D713}" type="slidenum">
              <a:rPr lang="en-US" smtClean="0"/>
              <a:t>8</a:t>
            </a:fld>
            <a:endParaRPr lang="en-US"/>
          </a:p>
        </p:txBody>
      </p:sp>
      <p:sp>
        <p:nvSpPr>
          <p:cNvPr id="7" name="TextBox 6">
            <a:extLst>
              <a:ext uri="{FF2B5EF4-FFF2-40B4-BE49-F238E27FC236}">
                <a16:creationId xmlns:a16="http://schemas.microsoft.com/office/drawing/2014/main" id="{A93C589F-627A-AD79-82B5-719A55500BEE}"/>
              </a:ext>
            </a:extLst>
          </p:cNvPr>
          <p:cNvSpPr txBox="1"/>
          <p:nvPr/>
        </p:nvSpPr>
        <p:spPr>
          <a:xfrm>
            <a:off x="172596" y="992986"/>
            <a:ext cx="7110484" cy="892552"/>
          </a:xfrm>
          <a:prstGeom prst="rect">
            <a:avLst/>
          </a:prstGeom>
          <a:noFill/>
        </p:spPr>
        <p:txBody>
          <a:bodyPr wrap="square" rtlCol="0">
            <a:spAutoFit/>
          </a:bodyPr>
          <a:lstStyle/>
          <a:p>
            <a:pPr marL="457200" indent="-457200">
              <a:buFont typeface="Courier New" panose="02070309020205020404" pitchFamily="49" charset="0"/>
              <a:buChar char="o"/>
            </a:pPr>
            <a:r>
              <a:rPr lang="en-IN" sz="2800" b="1" dirty="0"/>
              <a:t>3.2 Data Preprocessing</a:t>
            </a:r>
            <a:r>
              <a:rPr lang="en-IN" sz="2800" dirty="0"/>
              <a:t> </a:t>
            </a:r>
            <a:br>
              <a:rPr lang="en-IN" sz="1400" dirty="0"/>
            </a:br>
            <a:endParaRPr lang="en-IN" sz="2400" b="1" dirty="0"/>
          </a:p>
        </p:txBody>
      </p:sp>
      <p:sp>
        <p:nvSpPr>
          <p:cNvPr id="13" name="TextBox 12">
            <a:extLst>
              <a:ext uri="{FF2B5EF4-FFF2-40B4-BE49-F238E27FC236}">
                <a16:creationId xmlns:a16="http://schemas.microsoft.com/office/drawing/2014/main" id="{B3B2F249-33E3-AF52-D635-B12EF747CDC1}"/>
              </a:ext>
            </a:extLst>
          </p:cNvPr>
          <p:cNvSpPr txBox="1"/>
          <p:nvPr/>
        </p:nvSpPr>
        <p:spPr>
          <a:xfrm>
            <a:off x="791570" y="4285397"/>
            <a:ext cx="184731" cy="369332"/>
          </a:xfrm>
          <a:prstGeom prst="rect">
            <a:avLst/>
          </a:prstGeom>
          <a:noFill/>
        </p:spPr>
        <p:txBody>
          <a:bodyPr wrap="none" rtlCol="0">
            <a:spAutoFit/>
          </a:bodyPr>
          <a:lstStyle/>
          <a:p>
            <a:endParaRPr lang="en-US" dirty="0"/>
          </a:p>
        </p:txBody>
      </p:sp>
      <p:pic>
        <p:nvPicPr>
          <p:cNvPr id="4" name="Picture 3">
            <a:extLst>
              <a:ext uri="{FF2B5EF4-FFF2-40B4-BE49-F238E27FC236}">
                <a16:creationId xmlns:a16="http://schemas.microsoft.com/office/drawing/2014/main" id="{4A864882-C558-7369-A80D-467AD8E4F72E}"/>
              </a:ext>
            </a:extLst>
          </p:cNvPr>
          <p:cNvPicPr>
            <a:picLocks noChangeAspect="1"/>
          </p:cNvPicPr>
          <p:nvPr/>
        </p:nvPicPr>
        <p:blipFill>
          <a:blip r:embed="rId2"/>
          <a:stretch>
            <a:fillRect/>
          </a:stretch>
        </p:blipFill>
        <p:spPr>
          <a:xfrm>
            <a:off x="10947400" y="517942"/>
            <a:ext cx="812800" cy="812800"/>
          </a:xfrm>
          <a:prstGeom prst="rect">
            <a:avLst/>
          </a:prstGeom>
        </p:spPr>
      </p:pic>
      <p:sp>
        <p:nvSpPr>
          <p:cNvPr id="3" name="TextBox 2">
            <a:extLst>
              <a:ext uri="{FF2B5EF4-FFF2-40B4-BE49-F238E27FC236}">
                <a16:creationId xmlns:a16="http://schemas.microsoft.com/office/drawing/2014/main" id="{765A1628-A1D0-B4FD-40AB-143BE2E1F5A1}"/>
              </a:ext>
            </a:extLst>
          </p:cNvPr>
          <p:cNvSpPr txBox="1"/>
          <p:nvPr/>
        </p:nvSpPr>
        <p:spPr>
          <a:xfrm>
            <a:off x="1" y="1330742"/>
            <a:ext cx="12191999" cy="5657959"/>
          </a:xfrm>
          <a:prstGeom prst="rect">
            <a:avLst/>
          </a:prstGeom>
          <a:noFill/>
        </p:spPr>
        <p:txBody>
          <a:bodyPr wrap="square" rtlCol="0">
            <a:spAutoFit/>
          </a:bodyPr>
          <a:lstStyle/>
          <a:p>
            <a:pPr>
              <a:lnSpc>
                <a:spcPct val="150000"/>
              </a:lnSpc>
              <a:spcAft>
                <a:spcPts val="800"/>
              </a:spcAft>
            </a:pPr>
            <a:r>
              <a:rPr lang="en-IN" sz="1800" kern="0" dirty="0">
                <a:effectLst/>
                <a:latin typeface="Aptos" panose="020B0004020202020204" pitchFamily="34" charset="0"/>
                <a:ea typeface="Times New Roman" panose="02020603050405020304" pitchFamily="18" charset="0"/>
                <a:cs typeface="Times New Roman" panose="02020603050405020304" pitchFamily="18" charset="0"/>
              </a:rPr>
              <a:t>Before training machine learning models, the dataset underwent several pre-processing steps to ensure the quality, consistency, and suitability of the data for IPO prediction tasks. Proper data preparation is essential for building reliable models that can accurately predict listing day performance.</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50000"/>
              </a:lnSpc>
              <a:spcAft>
                <a:spcPts val="800"/>
              </a:spcAft>
            </a:pPr>
            <a:r>
              <a:rPr lang="en-IN" sz="1800" b="1" kern="0" dirty="0">
                <a:effectLst/>
                <a:latin typeface="Aptos" panose="020B0004020202020204" pitchFamily="34" charset="0"/>
                <a:ea typeface="Times New Roman" panose="02020603050405020304" pitchFamily="18" charset="0"/>
                <a:cs typeface="Times New Roman" panose="02020603050405020304" pitchFamily="18" charset="0"/>
              </a:rPr>
              <a:t>1. Loading and Initial Cleaning</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50000"/>
              </a:lnSpc>
              <a:spcAft>
                <a:spcPts val="800"/>
              </a:spcAft>
              <a:buSzPts val="1000"/>
              <a:buFont typeface="Symbol" pitchFamily="2" charset="2"/>
              <a:buChar char=""/>
              <a:tabLst>
                <a:tab pos="457200" algn="l"/>
              </a:tabLst>
            </a:pPr>
            <a:r>
              <a:rPr lang="en-IN" sz="1800" kern="0" dirty="0">
                <a:effectLst/>
                <a:latin typeface="Aptos" panose="020B0004020202020204" pitchFamily="34" charset="0"/>
                <a:ea typeface="Times New Roman" panose="02020603050405020304" pitchFamily="18" charset="0"/>
                <a:cs typeface="Times New Roman" panose="02020603050405020304" pitchFamily="18" charset="0"/>
              </a:rPr>
              <a:t>The Indian IPO Market Data was loaded from CSV format</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50000"/>
              </a:lnSpc>
              <a:spcAft>
                <a:spcPts val="800"/>
              </a:spcAft>
              <a:buSzPts val="1000"/>
              <a:buFont typeface="Symbol" pitchFamily="2" charset="2"/>
              <a:buChar char=""/>
              <a:tabLst>
                <a:tab pos="457200" algn="l"/>
              </a:tabLst>
            </a:pPr>
            <a:r>
              <a:rPr lang="en-IN" sz="1800" kern="0" dirty="0">
                <a:effectLst/>
                <a:latin typeface="Aptos" panose="020B0004020202020204" pitchFamily="34" charset="0"/>
                <a:ea typeface="Times New Roman" panose="02020603050405020304" pitchFamily="18" charset="0"/>
                <a:cs typeface="Times New Roman" panose="02020603050405020304" pitchFamily="18" charset="0"/>
              </a:rPr>
              <a:t>Date and IPO Name columns were separated from the training features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50000"/>
              </a:lnSpc>
              <a:spcAft>
                <a:spcPts val="800"/>
              </a:spcAft>
              <a:buSzPts val="1000"/>
              <a:buFont typeface="Symbol" pitchFamily="2" charset="2"/>
              <a:buChar char=""/>
              <a:tabLst>
                <a:tab pos="457200" algn="l"/>
              </a:tabLst>
            </a:pPr>
            <a:r>
              <a:rPr lang="en-IN" sz="1800" kern="0" dirty="0">
                <a:effectLst/>
                <a:latin typeface="Aptos" panose="020B0004020202020204" pitchFamily="34" charset="0"/>
                <a:ea typeface="Times New Roman" panose="02020603050405020304" pitchFamily="18" charset="0"/>
                <a:cs typeface="Times New Roman" panose="02020603050405020304" pitchFamily="18" charset="0"/>
              </a:rPr>
              <a:t>The original Listing Gains Percentage was preserved for analysis and transformed into a binary target variable (profitable vs. non-profitable)</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50000"/>
              </a:lnSpc>
              <a:spcAft>
                <a:spcPts val="800"/>
              </a:spcAft>
            </a:pPr>
            <a:r>
              <a:rPr lang="en-IN" sz="1800" b="1" kern="0" dirty="0">
                <a:effectLst/>
                <a:latin typeface="Aptos" panose="020B0004020202020204" pitchFamily="34" charset="0"/>
                <a:ea typeface="Times New Roman" panose="02020603050405020304" pitchFamily="18" charset="0"/>
                <a:cs typeface="Times New Roman" panose="02020603050405020304" pitchFamily="18" charset="0"/>
              </a:rPr>
              <a:t>2. Feature Engineering</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50000"/>
              </a:lnSpc>
              <a:spcAft>
                <a:spcPts val="800"/>
              </a:spcAft>
              <a:buSzPts val="1000"/>
              <a:buFont typeface="Symbol" pitchFamily="2" charset="2"/>
              <a:buChar char=""/>
              <a:tabLst>
                <a:tab pos="457200" algn="l"/>
              </a:tabLst>
            </a:pPr>
            <a:r>
              <a:rPr lang="en-IN" sz="1800" b="1" kern="0" dirty="0">
                <a:effectLst/>
                <a:latin typeface="Aptos" panose="020B0004020202020204" pitchFamily="34" charset="0"/>
                <a:ea typeface="Times New Roman" panose="02020603050405020304" pitchFamily="18" charset="0"/>
                <a:cs typeface="Times New Roman" panose="02020603050405020304" pitchFamily="18" charset="0"/>
              </a:rPr>
              <a:t>Interaction Features:</a:t>
            </a:r>
            <a:r>
              <a:rPr lang="en-IN" sz="1800" kern="0" dirty="0">
                <a:effectLst/>
                <a:latin typeface="Aptos" panose="020B0004020202020204" pitchFamily="34" charset="0"/>
                <a:ea typeface="Times New Roman" panose="02020603050405020304" pitchFamily="18" charset="0"/>
                <a:cs typeface="Times New Roman" panose="02020603050405020304" pitchFamily="18" charset="0"/>
              </a:rPr>
              <a:t> Created multiplicative interactions between subscription categories (</a:t>
            </a:r>
            <a:r>
              <a:rPr lang="en-IN" sz="1800" kern="0" dirty="0" err="1">
                <a:effectLst/>
                <a:latin typeface="Aptos" panose="020B0004020202020204" pitchFamily="34" charset="0"/>
                <a:ea typeface="Times New Roman" panose="02020603050405020304" pitchFamily="18" charset="0"/>
                <a:cs typeface="Times New Roman" panose="02020603050405020304" pitchFamily="18" charset="0"/>
              </a:rPr>
              <a:t>QIB_RII_Interaction</a:t>
            </a:r>
            <a:r>
              <a:rPr lang="en-IN" sz="1800" kern="0" dirty="0">
                <a:effectLst/>
                <a:latin typeface="Aptos" panose="020B0004020202020204" pitchFamily="34" charset="0"/>
                <a:ea typeface="Times New Roman" panose="02020603050405020304" pitchFamily="18" charset="0"/>
                <a:cs typeface="Times New Roman" panose="02020603050405020304" pitchFamily="18" charset="0"/>
              </a:rPr>
              <a:t>, </a:t>
            </a:r>
            <a:r>
              <a:rPr lang="en-IN" sz="1800" kern="0" dirty="0" err="1">
                <a:effectLst/>
                <a:latin typeface="Aptos" panose="020B0004020202020204" pitchFamily="34" charset="0"/>
                <a:ea typeface="Times New Roman" panose="02020603050405020304" pitchFamily="18" charset="0"/>
                <a:cs typeface="Times New Roman" panose="02020603050405020304" pitchFamily="18" charset="0"/>
              </a:rPr>
              <a:t>HNI_RII_Interaction</a:t>
            </a:r>
            <a:r>
              <a:rPr lang="en-IN" sz="1800" kern="0" dirty="0">
                <a:effectLst/>
                <a:latin typeface="Aptos" panose="020B0004020202020204" pitchFamily="34" charset="0"/>
                <a:ea typeface="Times New Roman" panose="02020603050405020304" pitchFamily="18" charset="0"/>
                <a:cs typeface="Times New Roman" panose="02020603050405020304" pitchFamily="18" charset="0"/>
              </a:rPr>
              <a:t>, etc.)</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4772190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CDCD0-02C6-B2FF-7F6F-CC90B5035C9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A167864-8B9B-E185-6D88-916A0165EA63}"/>
              </a:ext>
            </a:extLst>
          </p:cNvPr>
          <p:cNvSpPr>
            <a:spLocks noGrp="1"/>
          </p:cNvSpPr>
          <p:nvPr>
            <p:ph type="sldNum" sz="quarter" idx="12"/>
          </p:nvPr>
        </p:nvSpPr>
        <p:spPr/>
        <p:txBody>
          <a:bodyPr/>
          <a:lstStyle/>
          <a:p>
            <a:fld id="{7B1AD4E9-9375-4978-A563-9EBD39E6D713}" type="slidenum">
              <a:rPr lang="en-US" smtClean="0"/>
              <a:t>9</a:t>
            </a:fld>
            <a:endParaRPr lang="en-US"/>
          </a:p>
        </p:txBody>
      </p:sp>
      <p:sp>
        <p:nvSpPr>
          <p:cNvPr id="7" name="TextBox 6">
            <a:extLst>
              <a:ext uri="{FF2B5EF4-FFF2-40B4-BE49-F238E27FC236}">
                <a16:creationId xmlns:a16="http://schemas.microsoft.com/office/drawing/2014/main" id="{61C73A1E-EB0D-BDA3-1456-005FD1EE373A}"/>
              </a:ext>
            </a:extLst>
          </p:cNvPr>
          <p:cNvSpPr txBox="1"/>
          <p:nvPr/>
        </p:nvSpPr>
        <p:spPr>
          <a:xfrm>
            <a:off x="172596" y="992986"/>
            <a:ext cx="7110484" cy="892552"/>
          </a:xfrm>
          <a:prstGeom prst="rect">
            <a:avLst/>
          </a:prstGeom>
          <a:noFill/>
        </p:spPr>
        <p:txBody>
          <a:bodyPr wrap="square" rtlCol="0">
            <a:spAutoFit/>
          </a:bodyPr>
          <a:lstStyle/>
          <a:p>
            <a:pPr marL="457200" indent="-457200">
              <a:buFont typeface="Courier New" panose="02070309020205020404" pitchFamily="49" charset="0"/>
              <a:buChar char="o"/>
            </a:pPr>
            <a:r>
              <a:rPr lang="en-IN" sz="2800" b="1" dirty="0"/>
              <a:t>3.2 Data Preprocessing</a:t>
            </a:r>
            <a:r>
              <a:rPr lang="en-IN" sz="2800" dirty="0"/>
              <a:t> </a:t>
            </a:r>
            <a:br>
              <a:rPr lang="en-IN" sz="1400" dirty="0"/>
            </a:br>
            <a:endParaRPr lang="en-IN" sz="2400" b="1" dirty="0"/>
          </a:p>
        </p:txBody>
      </p:sp>
      <p:sp>
        <p:nvSpPr>
          <p:cNvPr id="13" name="TextBox 12">
            <a:extLst>
              <a:ext uri="{FF2B5EF4-FFF2-40B4-BE49-F238E27FC236}">
                <a16:creationId xmlns:a16="http://schemas.microsoft.com/office/drawing/2014/main" id="{ADEF816B-62B6-9A27-6333-C3050C5185E1}"/>
              </a:ext>
            </a:extLst>
          </p:cNvPr>
          <p:cNvSpPr txBox="1"/>
          <p:nvPr/>
        </p:nvSpPr>
        <p:spPr>
          <a:xfrm>
            <a:off x="791570" y="4285397"/>
            <a:ext cx="184731" cy="369332"/>
          </a:xfrm>
          <a:prstGeom prst="rect">
            <a:avLst/>
          </a:prstGeom>
          <a:noFill/>
        </p:spPr>
        <p:txBody>
          <a:bodyPr wrap="none" rtlCol="0">
            <a:spAutoFit/>
          </a:bodyPr>
          <a:lstStyle/>
          <a:p>
            <a:endParaRPr lang="en-US" dirty="0"/>
          </a:p>
        </p:txBody>
      </p:sp>
      <p:pic>
        <p:nvPicPr>
          <p:cNvPr id="4" name="Picture 3">
            <a:extLst>
              <a:ext uri="{FF2B5EF4-FFF2-40B4-BE49-F238E27FC236}">
                <a16:creationId xmlns:a16="http://schemas.microsoft.com/office/drawing/2014/main" id="{45BBFBF5-D921-A2E1-EAE7-979745F6504E}"/>
              </a:ext>
            </a:extLst>
          </p:cNvPr>
          <p:cNvPicPr>
            <a:picLocks noChangeAspect="1"/>
          </p:cNvPicPr>
          <p:nvPr/>
        </p:nvPicPr>
        <p:blipFill>
          <a:blip r:embed="rId2"/>
          <a:stretch>
            <a:fillRect/>
          </a:stretch>
        </p:blipFill>
        <p:spPr>
          <a:xfrm>
            <a:off x="10947400" y="517942"/>
            <a:ext cx="812800" cy="812800"/>
          </a:xfrm>
          <a:prstGeom prst="rect">
            <a:avLst/>
          </a:prstGeom>
        </p:spPr>
      </p:pic>
      <p:sp>
        <p:nvSpPr>
          <p:cNvPr id="3" name="TextBox 2">
            <a:extLst>
              <a:ext uri="{FF2B5EF4-FFF2-40B4-BE49-F238E27FC236}">
                <a16:creationId xmlns:a16="http://schemas.microsoft.com/office/drawing/2014/main" id="{E0A07B4C-594C-11AE-21C0-8AD21DE60542}"/>
              </a:ext>
            </a:extLst>
          </p:cNvPr>
          <p:cNvSpPr txBox="1"/>
          <p:nvPr/>
        </p:nvSpPr>
        <p:spPr>
          <a:xfrm>
            <a:off x="1" y="1330742"/>
            <a:ext cx="12191999" cy="5442900"/>
          </a:xfrm>
          <a:prstGeom prst="rect">
            <a:avLst/>
          </a:prstGeom>
          <a:noFill/>
        </p:spPr>
        <p:txBody>
          <a:bodyPr wrap="square" rtlCol="0">
            <a:spAutoFit/>
          </a:bodyPr>
          <a:lstStyle/>
          <a:p>
            <a:pPr marL="342900" lvl="0" indent="-342900">
              <a:lnSpc>
                <a:spcPct val="150000"/>
              </a:lnSpc>
              <a:spcAft>
                <a:spcPts val="800"/>
              </a:spcAft>
              <a:buSzPts val="1000"/>
              <a:buFont typeface="Symbol" pitchFamily="2" charset="2"/>
              <a:buChar char=""/>
              <a:tabLst>
                <a:tab pos="457200" algn="l"/>
              </a:tabLst>
            </a:pPr>
            <a:r>
              <a:rPr lang="en-IN" sz="1800" b="1" kern="0" dirty="0">
                <a:effectLst/>
                <a:latin typeface="Aptos" panose="020B0004020202020204" pitchFamily="34" charset="0"/>
                <a:ea typeface="Times New Roman" panose="02020603050405020304" pitchFamily="18" charset="0"/>
                <a:cs typeface="Times New Roman" panose="02020603050405020304" pitchFamily="18" charset="0"/>
              </a:rPr>
              <a:t>Ratio Features:</a:t>
            </a:r>
            <a:r>
              <a:rPr lang="en-IN" sz="1800" kern="0" dirty="0">
                <a:effectLst/>
                <a:latin typeface="Aptos" panose="020B0004020202020204" pitchFamily="34" charset="0"/>
                <a:ea typeface="Times New Roman" panose="02020603050405020304" pitchFamily="18" charset="0"/>
                <a:cs typeface="Times New Roman" panose="02020603050405020304" pitchFamily="18" charset="0"/>
              </a:rPr>
              <a:t> Generated meaningful ratios like </a:t>
            </a:r>
            <a:r>
              <a:rPr lang="en-IN" sz="1800" kern="0" dirty="0" err="1">
                <a:effectLst/>
                <a:latin typeface="Aptos" panose="020B0004020202020204" pitchFamily="34" charset="0"/>
                <a:ea typeface="Times New Roman" panose="02020603050405020304" pitchFamily="18" charset="0"/>
                <a:cs typeface="Times New Roman" panose="02020603050405020304" pitchFamily="18" charset="0"/>
              </a:rPr>
              <a:t>Size_Price_Ratio</a:t>
            </a:r>
            <a:r>
              <a:rPr lang="en-IN" sz="1800" kern="0" dirty="0">
                <a:effectLst/>
                <a:latin typeface="Aptos" panose="020B0004020202020204" pitchFamily="34" charset="0"/>
                <a:ea typeface="Times New Roman" panose="02020603050405020304" pitchFamily="18" charset="0"/>
                <a:cs typeface="Times New Roman" panose="02020603050405020304" pitchFamily="18" charset="0"/>
              </a:rPr>
              <a:t> and </a:t>
            </a:r>
            <a:r>
              <a:rPr lang="en-IN" sz="1800" kern="0" dirty="0" err="1">
                <a:effectLst/>
                <a:latin typeface="Aptos" panose="020B0004020202020204" pitchFamily="34" charset="0"/>
                <a:ea typeface="Times New Roman" panose="02020603050405020304" pitchFamily="18" charset="0"/>
                <a:cs typeface="Times New Roman" panose="02020603050405020304" pitchFamily="18" charset="0"/>
              </a:rPr>
              <a:t>QIB_to_RII_Ratio</a:t>
            </a:r>
            <a:r>
              <a:rPr lang="en-IN" sz="1800" kern="0" dirty="0">
                <a:effectLst/>
                <a:latin typeface="Aptos" panose="020B0004020202020204" pitchFamily="34" charset="0"/>
                <a:ea typeface="Times New Roman" panose="02020603050405020304" pitchFamily="18" charset="0"/>
                <a:cs typeface="Times New Roman" panose="02020603050405020304" pitchFamily="18" charset="0"/>
              </a:rPr>
              <a:t> to capture relationships between variables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50000"/>
              </a:lnSpc>
              <a:spcAft>
                <a:spcPts val="800"/>
              </a:spcAft>
              <a:buSzPts val="1000"/>
              <a:buFont typeface="Symbol" pitchFamily="2" charset="2"/>
              <a:buChar char=""/>
              <a:tabLst>
                <a:tab pos="457200" algn="l"/>
              </a:tabLst>
            </a:pPr>
            <a:r>
              <a:rPr lang="en-IN" sz="1800" b="1" kern="0" dirty="0">
                <a:effectLst/>
                <a:latin typeface="Aptos" panose="020B0004020202020204" pitchFamily="34" charset="0"/>
                <a:ea typeface="Times New Roman" panose="02020603050405020304" pitchFamily="18" charset="0"/>
                <a:cs typeface="Times New Roman" panose="02020603050405020304" pitchFamily="18" charset="0"/>
              </a:rPr>
              <a:t>Logarithmic Transformations:</a:t>
            </a:r>
            <a:r>
              <a:rPr lang="en-IN" sz="1800" kern="0" dirty="0">
                <a:effectLst/>
                <a:latin typeface="Aptos" panose="020B0004020202020204" pitchFamily="34" charset="0"/>
                <a:ea typeface="Times New Roman" panose="02020603050405020304" pitchFamily="18" charset="0"/>
                <a:cs typeface="Times New Roman" panose="02020603050405020304" pitchFamily="18" charset="0"/>
              </a:rPr>
              <a:t> Applied log transformations to highly skewed features (</a:t>
            </a:r>
            <a:r>
              <a:rPr lang="en-IN" sz="1800" kern="0" dirty="0" err="1">
                <a:effectLst/>
                <a:latin typeface="Aptos" panose="020B0004020202020204" pitchFamily="34" charset="0"/>
                <a:ea typeface="Times New Roman" panose="02020603050405020304" pitchFamily="18" charset="0"/>
                <a:cs typeface="Times New Roman" panose="02020603050405020304" pitchFamily="18" charset="0"/>
              </a:rPr>
              <a:t>Issue_Size</a:t>
            </a:r>
            <a:r>
              <a:rPr lang="en-IN" sz="1800" kern="0" dirty="0">
                <a:effectLst/>
                <a:latin typeface="Aptos" panose="020B0004020202020204" pitchFamily="34" charset="0"/>
                <a:ea typeface="Times New Roman" panose="02020603050405020304" pitchFamily="18" charset="0"/>
                <a:cs typeface="Times New Roman" panose="02020603050405020304" pitchFamily="18" charset="0"/>
              </a:rPr>
              <a:t>, Subscription metrics)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50000"/>
              </a:lnSpc>
              <a:spcAft>
                <a:spcPts val="800"/>
              </a:spcAft>
              <a:buSzPts val="1000"/>
              <a:buFont typeface="Symbol" pitchFamily="2" charset="2"/>
              <a:buChar char=""/>
              <a:tabLst>
                <a:tab pos="457200" algn="l"/>
              </a:tabLst>
            </a:pPr>
            <a:r>
              <a:rPr lang="en-IN" sz="1800" b="1" kern="0" dirty="0">
                <a:effectLst/>
                <a:latin typeface="Aptos" panose="020B0004020202020204" pitchFamily="34" charset="0"/>
                <a:ea typeface="Times New Roman" panose="02020603050405020304" pitchFamily="18" charset="0"/>
                <a:cs typeface="Times New Roman" panose="02020603050405020304" pitchFamily="18" charset="0"/>
              </a:rPr>
              <a:t>Polynomial Features:</a:t>
            </a:r>
            <a:r>
              <a:rPr lang="en-IN" sz="1800" kern="0" dirty="0">
                <a:effectLst/>
                <a:latin typeface="Aptos" panose="020B0004020202020204" pitchFamily="34" charset="0"/>
                <a:ea typeface="Times New Roman" panose="02020603050405020304" pitchFamily="18" charset="0"/>
                <a:cs typeface="Times New Roman" panose="02020603050405020304" pitchFamily="18" charset="0"/>
              </a:rPr>
              <a:t> Created squared terms for key variables to capture non-linear relationships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50000"/>
              </a:lnSpc>
              <a:spcAft>
                <a:spcPts val="800"/>
              </a:spcAft>
              <a:buSzPts val="1000"/>
              <a:buFont typeface="Symbol" pitchFamily="2" charset="2"/>
              <a:buChar char=""/>
              <a:tabLst>
                <a:tab pos="457200" algn="l"/>
              </a:tabLst>
            </a:pPr>
            <a:r>
              <a:rPr lang="en-IN" sz="1800" b="1" kern="0" dirty="0">
                <a:effectLst/>
                <a:latin typeface="Aptos" panose="020B0004020202020204" pitchFamily="34" charset="0"/>
                <a:ea typeface="Times New Roman" panose="02020603050405020304" pitchFamily="18" charset="0"/>
                <a:cs typeface="Times New Roman" panose="02020603050405020304" pitchFamily="18" charset="0"/>
              </a:rPr>
              <a:t>Statistical Features:</a:t>
            </a:r>
            <a:r>
              <a:rPr lang="en-IN" sz="1800" kern="0" dirty="0">
                <a:effectLst/>
                <a:latin typeface="Aptos" panose="020B0004020202020204" pitchFamily="34" charset="0"/>
                <a:ea typeface="Times New Roman" panose="02020603050405020304" pitchFamily="18" charset="0"/>
                <a:cs typeface="Times New Roman" panose="02020603050405020304" pitchFamily="18" charset="0"/>
              </a:rPr>
              <a:t> Calculated mean, standard deviation, and range of subscription metrics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50000"/>
              </a:lnSpc>
              <a:spcAft>
                <a:spcPts val="800"/>
              </a:spcAft>
            </a:pPr>
            <a:r>
              <a:rPr lang="en-IN" sz="1800" b="1" kern="0" dirty="0">
                <a:effectLst/>
                <a:latin typeface="Aptos" panose="020B0004020202020204" pitchFamily="34" charset="0"/>
                <a:ea typeface="Times New Roman" panose="02020603050405020304" pitchFamily="18" charset="0"/>
                <a:cs typeface="Times New Roman" panose="02020603050405020304" pitchFamily="18" charset="0"/>
              </a:rPr>
              <a:t>3. Outlier Handling</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50000"/>
              </a:lnSpc>
              <a:spcAft>
                <a:spcPts val="800"/>
              </a:spcAft>
              <a:buSzPts val="1000"/>
              <a:buFont typeface="Symbol" pitchFamily="2" charset="2"/>
              <a:buChar char=""/>
              <a:tabLst>
                <a:tab pos="457200" algn="l"/>
              </a:tabLst>
            </a:pPr>
            <a:r>
              <a:rPr lang="en-IN" sz="1800" kern="0" dirty="0">
                <a:effectLst/>
                <a:latin typeface="Aptos" panose="020B0004020202020204" pitchFamily="34" charset="0"/>
                <a:ea typeface="Times New Roman" panose="02020603050405020304" pitchFamily="18" charset="0"/>
                <a:cs typeface="Times New Roman" panose="02020603050405020304" pitchFamily="18" charset="0"/>
              </a:rPr>
              <a:t>Implemented multiple outlier handling strategies (IQR method, percentile-based clipping, z-score)</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50000"/>
              </a:lnSpc>
              <a:spcAft>
                <a:spcPts val="800"/>
              </a:spcAft>
            </a:pPr>
            <a:r>
              <a:rPr lang="en-IN" sz="1800" b="1" kern="0" dirty="0">
                <a:effectLst/>
                <a:latin typeface="Aptos" panose="020B0004020202020204" pitchFamily="34" charset="0"/>
                <a:ea typeface="Times New Roman" panose="02020603050405020304" pitchFamily="18" charset="0"/>
                <a:cs typeface="Times New Roman" panose="02020603050405020304" pitchFamily="18" charset="0"/>
              </a:rPr>
              <a:t>4. Feature Selection</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50000"/>
              </a:lnSpc>
              <a:spcAft>
                <a:spcPts val="800"/>
              </a:spcAft>
              <a:buSzPts val="1000"/>
              <a:buFont typeface="Symbol" pitchFamily="2" charset="2"/>
              <a:buChar char=""/>
              <a:tabLst>
                <a:tab pos="457200" algn="l"/>
              </a:tabLst>
            </a:pPr>
            <a:r>
              <a:rPr lang="en-IN" sz="1800" b="1" kern="0" dirty="0">
                <a:effectLst/>
                <a:latin typeface="Aptos" panose="020B0004020202020204" pitchFamily="34" charset="0"/>
                <a:ea typeface="Times New Roman" panose="02020603050405020304" pitchFamily="18" charset="0"/>
                <a:cs typeface="Times New Roman" panose="02020603050405020304" pitchFamily="18" charset="0"/>
              </a:rPr>
              <a:t>Statistical Tests (ANOVA):</a:t>
            </a:r>
            <a:r>
              <a:rPr lang="en-IN" sz="1800" kern="0" dirty="0">
                <a:effectLst/>
                <a:latin typeface="Aptos" panose="020B0004020202020204" pitchFamily="34" charset="0"/>
                <a:ea typeface="Times New Roman" panose="02020603050405020304" pitchFamily="18" charset="0"/>
                <a:cs typeface="Times New Roman" panose="02020603050405020304" pitchFamily="18" charset="0"/>
              </a:rPr>
              <a:t> Selected features with strong statistical relationships to the target</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50000"/>
              </a:lnSpc>
              <a:spcAft>
                <a:spcPts val="800"/>
              </a:spcAft>
              <a:buSzPts val="1000"/>
              <a:buFont typeface="Symbol" pitchFamily="2" charset="2"/>
              <a:buChar char=""/>
              <a:tabLst>
                <a:tab pos="457200" algn="l"/>
              </a:tabLst>
            </a:pPr>
            <a:r>
              <a:rPr lang="en-IN" sz="1800" b="1" kern="0" dirty="0">
                <a:effectLst/>
                <a:latin typeface="Aptos" panose="020B0004020202020204" pitchFamily="34" charset="0"/>
                <a:ea typeface="Times New Roman" panose="02020603050405020304" pitchFamily="18" charset="0"/>
                <a:cs typeface="Times New Roman" panose="02020603050405020304" pitchFamily="18" charset="0"/>
              </a:rPr>
              <a:t>Mutual Information:</a:t>
            </a:r>
            <a:r>
              <a:rPr lang="en-IN" sz="1800" kern="0" dirty="0">
                <a:effectLst/>
                <a:latin typeface="Aptos" panose="020B0004020202020204" pitchFamily="34" charset="0"/>
                <a:ea typeface="Times New Roman" panose="02020603050405020304" pitchFamily="18" charset="0"/>
                <a:cs typeface="Times New Roman" panose="02020603050405020304" pitchFamily="18" charset="0"/>
              </a:rPr>
              <a:t> Identified features with high information gain</a:t>
            </a:r>
            <a:endParaRPr lang="en-US" dirty="0"/>
          </a:p>
        </p:txBody>
      </p:sp>
    </p:spTree>
    <p:extLst>
      <p:ext uri="{BB962C8B-B14F-4D97-AF65-F5344CB8AC3E}">
        <p14:creationId xmlns:p14="http://schemas.microsoft.com/office/powerpoint/2010/main" val="33612798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6C69F-8BDD-6121-0D35-D8E4D70F487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1A6EC8D-6EBC-7B85-6467-1411A7D4901E}"/>
              </a:ext>
            </a:extLst>
          </p:cNvPr>
          <p:cNvSpPr>
            <a:spLocks noGrp="1"/>
          </p:cNvSpPr>
          <p:nvPr>
            <p:ph type="sldNum" sz="quarter" idx="12"/>
          </p:nvPr>
        </p:nvSpPr>
        <p:spPr/>
        <p:txBody>
          <a:bodyPr/>
          <a:lstStyle/>
          <a:p>
            <a:fld id="{7B1AD4E9-9375-4978-A563-9EBD39E6D713}" type="slidenum">
              <a:rPr lang="en-US" smtClean="0"/>
              <a:t>10</a:t>
            </a:fld>
            <a:endParaRPr lang="en-US"/>
          </a:p>
        </p:txBody>
      </p:sp>
      <p:sp>
        <p:nvSpPr>
          <p:cNvPr id="7" name="TextBox 6">
            <a:extLst>
              <a:ext uri="{FF2B5EF4-FFF2-40B4-BE49-F238E27FC236}">
                <a16:creationId xmlns:a16="http://schemas.microsoft.com/office/drawing/2014/main" id="{957F7ED5-2ECE-A069-4340-7F05FE0ACB8E}"/>
              </a:ext>
            </a:extLst>
          </p:cNvPr>
          <p:cNvSpPr txBox="1"/>
          <p:nvPr/>
        </p:nvSpPr>
        <p:spPr>
          <a:xfrm>
            <a:off x="172596" y="992986"/>
            <a:ext cx="7110484" cy="892552"/>
          </a:xfrm>
          <a:prstGeom prst="rect">
            <a:avLst/>
          </a:prstGeom>
          <a:noFill/>
        </p:spPr>
        <p:txBody>
          <a:bodyPr wrap="square" rtlCol="0">
            <a:spAutoFit/>
          </a:bodyPr>
          <a:lstStyle/>
          <a:p>
            <a:pPr marL="457200" indent="-457200">
              <a:buFont typeface="Courier New" panose="02070309020205020404" pitchFamily="49" charset="0"/>
              <a:buChar char="o"/>
            </a:pPr>
            <a:r>
              <a:rPr lang="en-IN" sz="2800" b="1" dirty="0"/>
              <a:t>3.2 Data Preprocessing</a:t>
            </a:r>
            <a:r>
              <a:rPr lang="en-IN" sz="2800" dirty="0"/>
              <a:t> </a:t>
            </a:r>
            <a:br>
              <a:rPr lang="en-IN" sz="1400" dirty="0"/>
            </a:br>
            <a:endParaRPr lang="en-IN" sz="2400" b="1" dirty="0"/>
          </a:p>
        </p:txBody>
      </p:sp>
      <p:sp>
        <p:nvSpPr>
          <p:cNvPr id="13" name="TextBox 12">
            <a:extLst>
              <a:ext uri="{FF2B5EF4-FFF2-40B4-BE49-F238E27FC236}">
                <a16:creationId xmlns:a16="http://schemas.microsoft.com/office/drawing/2014/main" id="{72ED7BF9-E106-380B-0E3C-EB0E3612E065}"/>
              </a:ext>
            </a:extLst>
          </p:cNvPr>
          <p:cNvSpPr txBox="1"/>
          <p:nvPr/>
        </p:nvSpPr>
        <p:spPr>
          <a:xfrm>
            <a:off x="791570" y="4285397"/>
            <a:ext cx="184731" cy="369332"/>
          </a:xfrm>
          <a:prstGeom prst="rect">
            <a:avLst/>
          </a:prstGeom>
          <a:noFill/>
        </p:spPr>
        <p:txBody>
          <a:bodyPr wrap="none" rtlCol="0">
            <a:spAutoFit/>
          </a:bodyPr>
          <a:lstStyle/>
          <a:p>
            <a:endParaRPr lang="en-US" dirty="0"/>
          </a:p>
        </p:txBody>
      </p:sp>
      <p:pic>
        <p:nvPicPr>
          <p:cNvPr id="4" name="Picture 3">
            <a:extLst>
              <a:ext uri="{FF2B5EF4-FFF2-40B4-BE49-F238E27FC236}">
                <a16:creationId xmlns:a16="http://schemas.microsoft.com/office/drawing/2014/main" id="{CDBF4D2B-85A5-A4F4-9523-FDD4BC3910A0}"/>
              </a:ext>
            </a:extLst>
          </p:cNvPr>
          <p:cNvPicPr>
            <a:picLocks noChangeAspect="1"/>
          </p:cNvPicPr>
          <p:nvPr/>
        </p:nvPicPr>
        <p:blipFill>
          <a:blip r:embed="rId2"/>
          <a:stretch>
            <a:fillRect/>
          </a:stretch>
        </p:blipFill>
        <p:spPr>
          <a:xfrm>
            <a:off x="10947400" y="517942"/>
            <a:ext cx="812800" cy="812800"/>
          </a:xfrm>
          <a:prstGeom prst="rect">
            <a:avLst/>
          </a:prstGeom>
        </p:spPr>
      </p:pic>
      <p:sp>
        <p:nvSpPr>
          <p:cNvPr id="3" name="TextBox 2">
            <a:extLst>
              <a:ext uri="{FF2B5EF4-FFF2-40B4-BE49-F238E27FC236}">
                <a16:creationId xmlns:a16="http://schemas.microsoft.com/office/drawing/2014/main" id="{1CE8E541-5079-BF92-0130-C95E52AF0D7F}"/>
              </a:ext>
            </a:extLst>
          </p:cNvPr>
          <p:cNvSpPr txBox="1"/>
          <p:nvPr/>
        </p:nvSpPr>
        <p:spPr>
          <a:xfrm>
            <a:off x="1" y="1330742"/>
            <a:ext cx="12191999" cy="4612609"/>
          </a:xfrm>
          <a:prstGeom prst="rect">
            <a:avLst/>
          </a:prstGeom>
          <a:noFill/>
        </p:spPr>
        <p:txBody>
          <a:bodyPr wrap="square" rtlCol="0">
            <a:spAutoFit/>
          </a:bodyPr>
          <a:lstStyle/>
          <a:p>
            <a:pPr>
              <a:lnSpc>
                <a:spcPct val="150000"/>
              </a:lnSpc>
              <a:spcAft>
                <a:spcPts val="800"/>
              </a:spcAft>
            </a:pPr>
            <a:r>
              <a:rPr lang="en-IN" sz="1800" b="1" kern="0" dirty="0">
                <a:effectLst/>
                <a:latin typeface="Aptos" panose="020B0004020202020204" pitchFamily="34" charset="0"/>
                <a:ea typeface="Times New Roman" panose="02020603050405020304" pitchFamily="18" charset="0"/>
                <a:cs typeface="Times New Roman" panose="02020603050405020304" pitchFamily="18" charset="0"/>
              </a:rPr>
              <a:t>5. Train-Test Split</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50000"/>
              </a:lnSpc>
              <a:spcAft>
                <a:spcPts val="800"/>
              </a:spcAft>
              <a:buSzPts val="1000"/>
              <a:buFont typeface="Symbol" pitchFamily="2" charset="2"/>
              <a:buChar char=""/>
              <a:tabLst>
                <a:tab pos="457200" algn="l"/>
              </a:tabLst>
            </a:pPr>
            <a:r>
              <a:rPr lang="en-IN" sz="1800" kern="0" dirty="0">
                <a:effectLst/>
                <a:latin typeface="Aptos" panose="020B0004020202020204" pitchFamily="34" charset="0"/>
                <a:ea typeface="Times New Roman" panose="02020603050405020304" pitchFamily="18" charset="0"/>
                <a:cs typeface="Times New Roman" panose="02020603050405020304" pitchFamily="18" charset="0"/>
              </a:rPr>
              <a:t>Split data into training and testing sets using stratified sampling to maintain class distribution</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50000"/>
              </a:lnSpc>
              <a:spcAft>
                <a:spcPts val="800"/>
              </a:spcAft>
              <a:buSzPts val="1000"/>
              <a:buFont typeface="Symbol" pitchFamily="2" charset="2"/>
              <a:buChar char=""/>
              <a:tabLst>
                <a:tab pos="457200" algn="l"/>
              </a:tabLst>
            </a:pPr>
            <a:r>
              <a:rPr lang="en-IN" sz="1800" kern="0" dirty="0">
                <a:effectLst/>
                <a:latin typeface="Aptos" panose="020B0004020202020204" pitchFamily="34" charset="0"/>
                <a:ea typeface="Times New Roman" panose="02020603050405020304" pitchFamily="18" charset="0"/>
                <a:cs typeface="Times New Roman" panose="02020603050405020304" pitchFamily="18" charset="0"/>
              </a:rPr>
              <a:t>Used a fixed random seed (</a:t>
            </a:r>
            <a:r>
              <a:rPr lang="en-IN" sz="1800" kern="0" dirty="0" err="1">
                <a:effectLst/>
                <a:latin typeface="Aptos" panose="020B0004020202020204" pitchFamily="34" charset="0"/>
                <a:ea typeface="Times New Roman" panose="02020603050405020304" pitchFamily="18" charset="0"/>
                <a:cs typeface="Times New Roman" panose="02020603050405020304" pitchFamily="18" charset="0"/>
              </a:rPr>
              <a:t>random_state</a:t>
            </a:r>
            <a:r>
              <a:rPr lang="en-IN" sz="1800" kern="0" dirty="0">
                <a:effectLst/>
                <a:latin typeface="Aptos" panose="020B0004020202020204" pitchFamily="34" charset="0"/>
                <a:ea typeface="Times New Roman" panose="02020603050405020304" pitchFamily="18" charset="0"/>
                <a:cs typeface="Times New Roman" panose="02020603050405020304" pitchFamily="18" charset="0"/>
              </a:rPr>
              <a:t>=42) for reproducibility</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50000"/>
              </a:lnSpc>
              <a:spcAft>
                <a:spcPts val="800"/>
              </a:spcAft>
            </a:pPr>
            <a:r>
              <a:rPr lang="en-IN" sz="1800" b="1" kern="0" dirty="0">
                <a:effectLst/>
                <a:latin typeface="Aptos" panose="020B0004020202020204" pitchFamily="34" charset="0"/>
                <a:ea typeface="Times New Roman" panose="02020603050405020304" pitchFamily="18" charset="0"/>
                <a:cs typeface="Times New Roman" panose="02020603050405020304" pitchFamily="18" charset="0"/>
              </a:rPr>
              <a:t>6. Feature Scaling</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50000"/>
              </a:lnSpc>
              <a:spcAft>
                <a:spcPts val="800"/>
              </a:spcAft>
              <a:buSzPts val="1000"/>
              <a:buFont typeface="Symbol" pitchFamily="2" charset="2"/>
              <a:buChar char=""/>
              <a:tabLst>
                <a:tab pos="457200" algn="l"/>
              </a:tabLst>
            </a:pPr>
            <a:r>
              <a:rPr lang="en-IN" sz="1800" kern="0" dirty="0">
                <a:effectLst/>
                <a:latin typeface="Aptos" panose="020B0004020202020204" pitchFamily="34" charset="0"/>
                <a:ea typeface="Times New Roman" panose="02020603050405020304" pitchFamily="18" charset="0"/>
                <a:cs typeface="Times New Roman" panose="02020603050405020304" pitchFamily="18" charset="0"/>
              </a:rPr>
              <a:t>Applied </a:t>
            </a:r>
            <a:r>
              <a:rPr lang="en-IN" sz="1800" kern="0" dirty="0" err="1">
                <a:effectLst/>
                <a:latin typeface="Aptos" panose="020B0004020202020204" pitchFamily="34" charset="0"/>
                <a:ea typeface="Times New Roman" panose="02020603050405020304" pitchFamily="18" charset="0"/>
                <a:cs typeface="Times New Roman" panose="02020603050405020304" pitchFamily="18" charset="0"/>
              </a:rPr>
              <a:t>PowerTransformer</a:t>
            </a:r>
            <a:r>
              <a:rPr lang="en-IN" sz="1800" kern="0" dirty="0">
                <a:effectLst/>
                <a:latin typeface="Aptos" panose="020B0004020202020204" pitchFamily="34" charset="0"/>
                <a:ea typeface="Times New Roman" panose="02020603050405020304" pitchFamily="18" charset="0"/>
                <a:cs typeface="Times New Roman" panose="02020603050405020304" pitchFamily="18" charset="0"/>
              </a:rPr>
              <a:t> (Yeo-Johnson method) to handle skewed distributions and normalize features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50000"/>
              </a:lnSpc>
              <a:spcAft>
                <a:spcPts val="800"/>
              </a:spcAft>
              <a:buSzPts val="1000"/>
              <a:buFont typeface="Symbol" pitchFamily="2" charset="2"/>
              <a:buChar char=""/>
              <a:tabLst>
                <a:tab pos="457200" algn="l"/>
              </a:tabLst>
            </a:pPr>
            <a:r>
              <a:rPr lang="en-IN" sz="1800" kern="0" dirty="0">
                <a:effectLst/>
                <a:latin typeface="Aptos" panose="020B0004020202020204" pitchFamily="34" charset="0"/>
                <a:ea typeface="Times New Roman" panose="02020603050405020304" pitchFamily="18" charset="0"/>
                <a:cs typeface="Times New Roman" panose="02020603050405020304" pitchFamily="18" charset="0"/>
              </a:rPr>
              <a:t>Stored the scaler for consistent transformation of new prediction data.</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50000"/>
              </a:lnSpc>
              <a:spcAft>
                <a:spcPts val="800"/>
              </a:spcAft>
            </a:pPr>
            <a:r>
              <a:rPr lang="en-IN" sz="1800" b="1" kern="0" dirty="0">
                <a:effectLst/>
                <a:latin typeface="Aptos" panose="020B0004020202020204" pitchFamily="34" charset="0"/>
                <a:ea typeface="Times New Roman" panose="02020603050405020304" pitchFamily="18" charset="0"/>
                <a:cs typeface="Times New Roman" panose="02020603050405020304" pitchFamily="18" charset="0"/>
              </a:rPr>
              <a:t>7. Class Imbalance Handling</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50000"/>
              </a:lnSpc>
              <a:spcAft>
                <a:spcPts val="800"/>
              </a:spcAft>
              <a:buSzPts val="1000"/>
              <a:buFont typeface="Symbol" pitchFamily="2" charset="2"/>
              <a:buChar char=""/>
              <a:tabLst>
                <a:tab pos="457200" algn="l"/>
              </a:tabLst>
            </a:pPr>
            <a:r>
              <a:rPr lang="en-IN" sz="1800" kern="0" dirty="0">
                <a:effectLst/>
                <a:latin typeface="Aptos" panose="020B0004020202020204" pitchFamily="34" charset="0"/>
                <a:ea typeface="Times New Roman" panose="02020603050405020304" pitchFamily="18" charset="0"/>
                <a:cs typeface="Times New Roman" panose="02020603050405020304" pitchFamily="18" charset="0"/>
              </a:rPr>
              <a:t>Applied </a:t>
            </a:r>
            <a:r>
              <a:rPr lang="en-IN" sz="1800" kern="0" dirty="0" err="1">
                <a:effectLst/>
                <a:latin typeface="Aptos" panose="020B0004020202020204" pitchFamily="34" charset="0"/>
                <a:ea typeface="Times New Roman" panose="02020603050405020304" pitchFamily="18" charset="0"/>
                <a:cs typeface="Times New Roman" panose="02020603050405020304" pitchFamily="18" charset="0"/>
              </a:rPr>
              <a:t>SMOTETomek</a:t>
            </a:r>
            <a:r>
              <a:rPr lang="en-IN" sz="1800" kern="0" dirty="0">
                <a:effectLst/>
                <a:latin typeface="Aptos" panose="020B0004020202020204" pitchFamily="34" charset="0"/>
                <a:ea typeface="Times New Roman" panose="02020603050405020304" pitchFamily="18" charset="0"/>
                <a:cs typeface="Times New Roman" panose="02020603050405020304" pitchFamily="18" charset="0"/>
              </a:rPr>
              <a:t>, which combines oversampling and </a:t>
            </a:r>
            <a:r>
              <a:rPr lang="en-IN" sz="1800" kern="0" dirty="0" err="1">
                <a:effectLst/>
                <a:latin typeface="Aptos" panose="020B0004020202020204" pitchFamily="34" charset="0"/>
                <a:ea typeface="Times New Roman" panose="02020603050405020304" pitchFamily="18" charset="0"/>
                <a:cs typeface="Times New Roman" panose="02020603050405020304" pitchFamily="18" charset="0"/>
              </a:rPr>
              <a:t>undersampling</a:t>
            </a:r>
            <a:r>
              <a:rPr lang="en-IN" sz="1800" kern="0" dirty="0">
                <a:effectLst/>
                <a:latin typeface="Aptos" panose="020B0004020202020204" pitchFamily="34" charset="0"/>
                <a:ea typeface="Times New Roman" panose="02020603050405020304" pitchFamily="18" charset="0"/>
                <a:cs typeface="Times New Roman" panose="02020603050405020304" pitchFamily="18" charset="0"/>
              </a:rPr>
              <a:t> techniques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50000"/>
              </a:lnSpc>
              <a:spcAft>
                <a:spcPts val="800"/>
              </a:spcAft>
              <a:buSzPts val="1000"/>
              <a:buFont typeface="Symbol" pitchFamily="2" charset="2"/>
              <a:buChar char=""/>
              <a:tabLst>
                <a:tab pos="457200" algn="l"/>
              </a:tabLst>
            </a:pPr>
            <a:r>
              <a:rPr lang="en-IN" sz="1800" kern="0" dirty="0">
                <a:effectLst/>
                <a:latin typeface="Aptos" panose="020B0004020202020204" pitchFamily="34" charset="0"/>
                <a:ea typeface="Times New Roman" panose="02020603050405020304" pitchFamily="18" charset="0"/>
                <a:cs typeface="Times New Roman" panose="02020603050405020304" pitchFamily="18" charset="0"/>
              </a:rPr>
              <a:t>Created a balanced training dataset to prevent models from being biased toward the majority class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42141761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AF23F-2F23-D860-79E6-FB1EB366CCB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D24142A-7DD7-F3AC-2E59-EDD428C122DC}"/>
              </a:ext>
            </a:extLst>
          </p:cNvPr>
          <p:cNvSpPr>
            <a:spLocks noGrp="1"/>
          </p:cNvSpPr>
          <p:nvPr>
            <p:ph type="sldNum" sz="quarter" idx="12"/>
          </p:nvPr>
        </p:nvSpPr>
        <p:spPr/>
        <p:txBody>
          <a:bodyPr/>
          <a:lstStyle/>
          <a:p>
            <a:fld id="{7B1AD4E9-9375-4978-A563-9EBD39E6D713}" type="slidenum">
              <a:rPr lang="en-US" smtClean="0"/>
              <a:t>11</a:t>
            </a:fld>
            <a:endParaRPr lang="en-US"/>
          </a:p>
        </p:txBody>
      </p:sp>
      <p:sp>
        <p:nvSpPr>
          <p:cNvPr id="7" name="TextBox 6">
            <a:extLst>
              <a:ext uri="{FF2B5EF4-FFF2-40B4-BE49-F238E27FC236}">
                <a16:creationId xmlns:a16="http://schemas.microsoft.com/office/drawing/2014/main" id="{E92EFC8F-C3C3-9979-3DDF-38B736D85AF2}"/>
              </a:ext>
            </a:extLst>
          </p:cNvPr>
          <p:cNvSpPr txBox="1"/>
          <p:nvPr/>
        </p:nvSpPr>
        <p:spPr>
          <a:xfrm>
            <a:off x="156759" y="1494557"/>
            <a:ext cx="11878481" cy="954107"/>
          </a:xfrm>
          <a:prstGeom prst="rect">
            <a:avLst/>
          </a:prstGeom>
          <a:noFill/>
        </p:spPr>
        <p:txBody>
          <a:bodyPr wrap="square" rtlCol="0">
            <a:spAutoFit/>
          </a:bodyPr>
          <a:lstStyle/>
          <a:p>
            <a:pPr marL="285750" indent="-285750">
              <a:buFont typeface="Courier New" panose="02070309020205020404" pitchFamily="49" charset="0"/>
              <a:buChar char="o"/>
            </a:pPr>
            <a:r>
              <a:rPr lang="en-IN" sz="2800" b="1" dirty="0"/>
              <a:t>4.1 Machine Learning Techniques applied</a:t>
            </a:r>
            <a:br>
              <a:rPr lang="en-IN" sz="2800" b="1" dirty="0"/>
            </a:br>
            <a:endParaRPr lang="en-IN" sz="2800" b="1" dirty="0"/>
          </a:p>
        </p:txBody>
      </p:sp>
      <p:sp>
        <p:nvSpPr>
          <p:cNvPr id="13" name="TextBox 12">
            <a:extLst>
              <a:ext uri="{FF2B5EF4-FFF2-40B4-BE49-F238E27FC236}">
                <a16:creationId xmlns:a16="http://schemas.microsoft.com/office/drawing/2014/main" id="{D9B13AC6-0B2E-C9AF-0EBE-6A68998EF5AA}"/>
              </a:ext>
            </a:extLst>
          </p:cNvPr>
          <p:cNvSpPr txBox="1"/>
          <p:nvPr/>
        </p:nvSpPr>
        <p:spPr>
          <a:xfrm>
            <a:off x="791570" y="4285397"/>
            <a:ext cx="184731" cy="369332"/>
          </a:xfrm>
          <a:prstGeom prst="rect">
            <a:avLst/>
          </a:prstGeom>
          <a:noFill/>
        </p:spPr>
        <p:txBody>
          <a:bodyPr wrap="none" rtlCol="0">
            <a:spAutoFit/>
          </a:bodyPr>
          <a:lstStyle/>
          <a:p>
            <a:endParaRPr lang="en-US" dirty="0"/>
          </a:p>
        </p:txBody>
      </p:sp>
      <p:pic>
        <p:nvPicPr>
          <p:cNvPr id="4" name="Picture 3">
            <a:extLst>
              <a:ext uri="{FF2B5EF4-FFF2-40B4-BE49-F238E27FC236}">
                <a16:creationId xmlns:a16="http://schemas.microsoft.com/office/drawing/2014/main" id="{6313701E-CEB9-7B84-7F00-843B74AB0F40}"/>
              </a:ext>
            </a:extLst>
          </p:cNvPr>
          <p:cNvPicPr>
            <a:picLocks noChangeAspect="1"/>
          </p:cNvPicPr>
          <p:nvPr/>
        </p:nvPicPr>
        <p:blipFill>
          <a:blip r:embed="rId2"/>
          <a:stretch>
            <a:fillRect/>
          </a:stretch>
        </p:blipFill>
        <p:spPr>
          <a:xfrm>
            <a:off x="10947400" y="640661"/>
            <a:ext cx="812800" cy="812800"/>
          </a:xfrm>
          <a:prstGeom prst="rect">
            <a:avLst/>
          </a:prstGeom>
        </p:spPr>
      </p:pic>
      <p:graphicFrame>
        <p:nvGraphicFramePr>
          <p:cNvPr id="5" name="Table 4">
            <a:extLst>
              <a:ext uri="{FF2B5EF4-FFF2-40B4-BE49-F238E27FC236}">
                <a16:creationId xmlns:a16="http://schemas.microsoft.com/office/drawing/2014/main" id="{D5EE9A34-D82D-0526-B3A8-7329F210E316}"/>
              </a:ext>
            </a:extLst>
          </p:cNvPr>
          <p:cNvGraphicFramePr>
            <a:graphicFrameLocks noGrp="1"/>
          </p:cNvGraphicFramePr>
          <p:nvPr>
            <p:extLst>
              <p:ext uri="{D42A27DB-BD31-4B8C-83A1-F6EECF244321}">
                <p14:modId xmlns:p14="http://schemas.microsoft.com/office/powerpoint/2010/main" val="988616457"/>
              </p:ext>
            </p:extLst>
          </p:nvPr>
        </p:nvGraphicFramePr>
        <p:xfrm>
          <a:off x="156759" y="2058873"/>
          <a:ext cx="11197041" cy="3569260"/>
        </p:xfrm>
        <a:graphic>
          <a:graphicData uri="http://schemas.openxmlformats.org/drawingml/2006/table">
            <a:tbl>
              <a:tblPr firstRow="1" firstCol="1" bandRow="1">
                <a:tableStyleId>{5C22544A-7EE6-4342-B048-85BDC9FD1C3A}</a:tableStyleId>
              </a:tblPr>
              <a:tblGrid>
                <a:gridCol w="2395193">
                  <a:extLst>
                    <a:ext uri="{9D8B030D-6E8A-4147-A177-3AD203B41FA5}">
                      <a16:colId xmlns:a16="http://schemas.microsoft.com/office/drawing/2014/main" val="569439908"/>
                    </a:ext>
                  </a:extLst>
                </a:gridCol>
                <a:gridCol w="4400924">
                  <a:extLst>
                    <a:ext uri="{9D8B030D-6E8A-4147-A177-3AD203B41FA5}">
                      <a16:colId xmlns:a16="http://schemas.microsoft.com/office/drawing/2014/main" val="2629073956"/>
                    </a:ext>
                  </a:extLst>
                </a:gridCol>
                <a:gridCol w="4400924">
                  <a:extLst>
                    <a:ext uri="{9D8B030D-6E8A-4147-A177-3AD203B41FA5}">
                      <a16:colId xmlns:a16="http://schemas.microsoft.com/office/drawing/2014/main" val="4248573486"/>
                    </a:ext>
                  </a:extLst>
                </a:gridCol>
              </a:tblGrid>
              <a:tr h="385747">
                <a:tc>
                  <a:txBody>
                    <a:bodyPr/>
                    <a:lstStyle/>
                    <a:p>
                      <a:pPr algn="ctr">
                        <a:lnSpc>
                          <a:spcPct val="107000"/>
                        </a:lnSpc>
                        <a:spcAft>
                          <a:spcPts val="800"/>
                        </a:spcAft>
                      </a:pPr>
                      <a:r>
                        <a:rPr lang="en-IN" sz="1400" kern="100">
                          <a:effectLst/>
                        </a:rPr>
                        <a:t>Technique</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0" marR="130810" marT="65405" marB="65405" anchor="ctr"/>
                </a:tc>
                <a:tc>
                  <a:txBody>
                    <a:bodyPr/>
                    <a:lstStyle/>
                    <a:p>
                      <a:pPr algn="ctr">
                        <a:lnSpc>
                          <a:spcPct val="107000"/>
                        </a:lnSpc>
                        <a:spcAft>
                          <a:spcPts val="800"/>
                        </a:spcAft>
                      </a:pPr>
                      <a:r>
                        <a:rPr lang="en-IN" sz="1400" kern="100">
                          <a:effectLst/>
                        </a:rPr>
                        <a:t>Description</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130810" marR="130810" marT="65405" marB="65405" anchor="ctr"/>
                </a:tc>
                <a:tc>
                  <a:txBody>
                    <a:bodyPr/>
                    <a:lstStyle/>
                    <a:p>
                      <a:pPr algn="ctr">
                        <a:lnSpc>
                          <a:spcPct val="107000"/>
                        </a:lnSpc>
                        <a:spcAft>
                          <a:spcPts val="800"/>
                        </a:spcAft>
                      </a:pPr>
                      <a:r>
                        <a:rPr lang="en-IN" sz="1400" kern="100">
                          <a:effectLst/>
                        </a:rPr>
                        <a:t>Application in This Project</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130810" marR="130810" marT="65405" marB="65405" anchor="ctr"/>
                </a:tc>
                <a:extLst>
                  <a:ext uri="{0D108BD9-81ED-4DB2-BD59-A6C34878D82A}">
                    <a16:rowId xmlns:a16="http://schemas.microsoft.com/office/drawing/2014/main" val="2377673695"/>
                  </a:ext>
                </a:extLst>
              </a:tr>
              <a:tr h="636675">
                <a:tc>
                  <a:txBody>
                    <a:bodyPr/>
                    <a:lstStyle/>
                    <a:p>
                      <a:pPr algn="ctr">
                        <a:lnSpc>
                          <a:spcPct val="107000"/>
                        </a:lnSpc>
                        <a:spcAft>
                          <a:spcPts val="800"/>
                        </a:spcAft>
                      </a:pPr>
                      <a:r>
                        <a:rPr lang="en-IN" sz="1400" kern="100">
                          <a:effectLst/>
                        </a:rPr>
                        <a:t>Logistic Regression</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0" marR="130810" marT="65405" marB="65405" anchor="ctr"/>
                </a:tc>
                <a:tc>
                  <a:txBody>
                    <a:bodyPr/>
                    <a:lstStyle/>
                    <a:p>
                      <a:pPr algn="ctr">
                        <a:lnSpc>
                          <a:spcPct val="107000"/>
                        </a:lnSpc>
                        <a:spcAft>
                          <a:spcPts val="800"/>
                        </a:spcAft>
                      </a:pPr>
                      <a:r>
                        <a:rPr lang="en-IN" sz="1400" kern="100">
                          <a:effectLst/>
                        </a:rPr>
                        <a:t>A linear model for binary classification.</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130810" marR="130810" marT="65405" marB="65405" anchor="ctr"/>
                </a:tc>
                <a:tc>
                  <a:txBody>
                    <a:bodyPr/>
                    <a:lstStyle/>
                    <a:p>
                      <a:pPr algn="ctr">
                        <a:lnSpc>
                          <a:spcPct val="107000"/>
                        </a:lnSpc>
                        <a:spcAft>
                          <a:spcPts val="800"/>
                        </a:spcAft>
                      </a:pPr>
                      <a:r>
                        <a:rPr lang="en-IN" sz="1400" kern="100">
                          <a:effectLst/>
                        </a:rPr>
                        <a:t>Baseline model to predict IPO success/failure (profitable vs. non-profitable).</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130810" marR="130810" marT="65405" marB="65405" anchor="ctr"/>
                </a:tc>
                <a:extLst>
                  <a:ext uri="{0D108BD9-81ED-4DB2-BD59-A6C34878D82A}">
                    <a16:rowId xmlns:a16="http://schemas.microsoft.com/office/drawing/2014/main" val="3755212795"/>
                  </a:ext>
                </a:extLst>
              </a:tr>
              <a:tr h="636675">
                <a:tc>
                  <a:txBody>
                    <a:bodyPr/>
                    <a:lstStyle/>
                    <a:p>
                      <a:pPr algn="ctr">
                        <a:lnSpc>
                          <a:spcPct val="107000"/>
                        </a:lnSpc>
                        <a:spcAft>
                          <a:spcPts val="800"/>
                        </a:spcAft>
                      </a:pPr>
                      <a:r>
                        <a:rPr lang="en-IN" sz="1400" kern="100">
                          <a:effectLst/>
                        </a:rPr>
                        <a:t>Random Forest</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0" marR="130810" marT="65405" marB="65405" anchor="ctr"/>
                </a:tc>
                <a:tc>
                  <a:txBody>
                    <a:bodyPr/>
                    <a:lstStyle/>
                    <a:p>
                      <a:pPr algn="ctr">
                        <a:lnSpc>
                          <a:spcPct val="107000"/>
                        </a:lnSpc>
                        <a:spcAft>
                          <a:spcPts val="800"/>
                        </a:spcAft>
                      </a:pPr>
                      <a:r>
                        <a:rPr lang="en-IN" sz="1400" kern="100">
                          <a:effectLst/>
                        </a:rPr>
                        <a:t>Ensemble of decision trees for robust classification/regression.</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130810" marR="130810" marT="65405" marB="65405" anchor="ctr"/>
                </a:tc>
                <a:tc>
                  <a:txBody>
                    <a:bodyPr/>
                    <a:lstStyle/>
                    <a:p>
                      <a:pPr algn="ctr">
                        <a:lnSpc>
                          <a:spcPct val="107000"/>
                        </a:lnSpc>
                        <a:spcAft>
                          <a:spcPts val="800"/>
                        </a:spcAft>
                      </a:pPr>
                      <a:r>
                        <a:rPr lang="en-IN" sz="1400" kern="100">
                          <a:effectLst/>
                        </a:rPr>
                        <a:t>Handles non-linear relationships in financial/sentiment features; reduces overfitting.</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130810" marR="130810" marT="65405" marB="65405" anchor="ctr"/>
                </a:tc>
                <a:extLst>
                  <a:ext uri="{0D108BD9-81ED-4DB2-BD59-A6C34878D82A}">
                    <a16:rowId xmlns:a16="http://schemas.microsoft.com/office/drawing/2014/main" val="102335087"/>
                  </a:ext>
                </a:extLst>
              </a:tr>
              <a:tr h="636744">
                <a:tc>
                  <a:txBody>
                    <a:bodyPr/>
                    <a:lstStyle/>
                    <a:p>
                      <a:pPr algn="ctr">
                        <a:lnSpc>
                          <a:spcPct val="107000"/>
                        </a:lnSpc>
                        <a:spcAft>
                          <a:spcPts val="800"/>
                        </a:spcAft>
                      </a:pPr>
                      <a:r>
                        <a:rPr lang="en-IN" sz="1400" kern="100">
                          <a:effectLst/>
                        </a:rPr>
                        <a:t>Gradient Boosting (XGBoost/LightGBM)</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0" marR="130810" marT="65405" marB="65405" anchor="ctr"/>
                </a:tc>
                <a:tc>
                  <a:txBody>
                    <a:bodyPr/>
                    <a:lstStyle/>
                    <a:p>
                      <a:pPr algn="ctr">
                        <a:lnSpc>
                          <a:spcPct val="107000"/>
                        </a:lnSpc>
                        <a:spcAft>
                          <a:spcPts val="800"/>
                        </a:spcAft>
                      </a:pPr>
                      <a:r>
                        <a:rPr lang="en-IN" sz="1400" kern="100">
                          <a:effectLst/>
                        </a:rPr>
                        <a:t>Sequential tree-based models optimizing errors iteratively.</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130810" marR="130810" marT="65405" marB="65405" anchor="ctr"/>
                </a:tc>
                <a:tc>
                  <a:txBody>
                    <a:bodyPr/>
                    <a:lstStyle/>
                    <a:p>
                      <a:pPr algn="ctr">
                        <a:lnSpc>
                          <a:spcPct val="107000"/>
                        </a:lnSpc>
                        <a:spcAft>
                          <a:spcPts val="800"/>
                        </a:spcAft>
                      </a:pPr>
                      <a:r>
                        <a:rPr lang="en-IN" sz="1400" kern="100">
                          <a:effectLst/>
                        </a:rPr>
                        <a:t>Improves accuracy by combining weak learners; effective for imbalanced datasets.</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130810" marR="130810" marT="65405" marB="65405" anchor="ctr"/>
                </a:tc>
                <a:extLst>
                  <a:ext uri="{0D108BD9-81ED-4DB2-BD59-A6C34878D82A}">
                    <a16:rowId xmlns:a16="http://schemas.microsoft.com/office/drawing/2014/main" val="2194144580"/>
                  </a:ext>
                </a:extLst>
              </a:tr>
              <a:tr h="636744">
                <a:tc>
                  <a:txBody>
                    <a:bodyPr/>
                    <a:lstStyle/>
                    <a:p>
                      <a:pPr algn="ctr">
                        <a:lnSpc>
                          <a:spcPct val="107000"/>
                        </a:lnSpc>
                        <a:spcAft>
                          <a:spcPts val="800"/>
                        </a:spcAft>
                      </a:pPr>
                      <a:r>
                        <a:rPr lang="en-IN" sz="1400" kern="100">
                          <a:effectLst/>
                        </a:rPr>
                        <a:t>Support Vector Machines (SVM)</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0" marR="130810" marT="65405" marB="65405" anchor="ctr"/>
                </a:tc>
                <a:tc>
                  <a:txBody>
                    <a:bodyPr/>
                    <a:lstStyle/>
                    <a:p>
                      <a:pPr algn="ctr">
                        <a:lnSpc>
                          <a:spcPct val="107000"/>
                        </a:lnSpc>
                        <a:spcAft>
                          <a:spcPts val="800"/>
                        </a:spcAft>
                      </a:pPr>
                      <a:r>
                        <a:rPr lang="en-IN" sz="1400" kern="100">
                          <a:effectLst/>
                        </a:rPr>
                        <a:t>Finds optimal hyperplane to separate classes.</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130810" marR="130810" marT="65405" marB="65405" anchor="ctr"/>
                </a:tc>
                <a:tc>
                  <a:txBody>
                    <a:bodyPr/>
                    <a:lstStyle/>
                    <a:p>
                      <a:pPr algn="ctr">
                        <a:lnSpc>
                          <a:spcPct val="107000"/>
                        </a:lnSpc>
                        <a:spcAft>
                          <a:spcPts val="800"/>
                        </a:spcAft>
                      </a:pPr>
                      <a:r>
                        <a:rPr lang="en-IN" sz="1400" kern="100">
                          <a:effectLst/>
                        </a:rPr>
                        <a:t>Useful for high-dimensional data (e.g., sentiment features) with clear margins.</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130810" marR="130810" marT="65405" marB="65405" anchor="ctr"/>
                </a:tc>
                <a:extLst>
                  <a:ext uri="{0D108BD9-81ED-4DB2-BD59-A6C34878D82A}">
                    <a16:rowId xmlns:a16="http://schemas.microsoft.com/office/drawing/2014/main" val="3151347675"/>
                  </a:ext>
                </a:extLst>
              </a:tr>
              <a:tr h="636675">
                <a:tc>
                  <a:txBody>
                    <a:bodyPr/>
                    <a:lstStyle/>
                    <a:p>
                      <a:pPr algn="ctr">
                        <a:lnSpc>
                          <a:spcPct val="107000"/>
                        </a:lnSpc>
                        <a:spcAft>
                          <a:spcPts val="800"/>
                        </a:spcAft>
                      </a:pPr>
                      <a:r>
                        <a:rPr lang="en-IN" sz="1400" kern="100">
                          <a:effectLst/>
                        </a:rPr>
                        <a:t>Neural Networks (MLP)</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0" marR="130810" marT="65405" marB="65405" anchor="ctr"/>
                </a:tc>
                <a:tc>
                  <a:txBody>
                    <a:bodyPr/>
                    <a:lstStyle/>
                    <a:p>
                      <a:pPr algn="ctr">
                        <a:lnSpc>
                          <a:spcPct val="107000"/>
                        </a:lnSpc>
                        <a:spcAft>
                          <a:spcPts val="800"/>
                        </a:spcAft>
                      </a:pPr>
                      <a:r>
                        <a:rPr lang="en-IN" sz="1400" kern="100">
                          <a:effectLst/>
                        </a:rPr>
                        <a:t>Multi-layer perceptrons for complex pattern recognition.</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130810" marR="130810" marT="65405" marB="65405" anchor="ctr"/>
                </a:tc>
                <a:tc>
                  <a:txBody>
                    <a:bodyPr/>
                    <a:lstStyle/>
                    <a:p>
                      <a:pPr algn="ctr">
                        <a:lnSpc>
                          <a:spcPct val="107000"/>
                        </a:lnSpc>
                        <a:spcAft>
                          <a:spcPts val="800"/>
                        </a:spcAft>
                      </a:pPr>
                      <a:r>
                        <a:rPr lang="en-IN" sz="1400" kern="100" dirty="0">
                          <a:effectLst/>
                        </a:rPr>
                        <a:t>Captures intricate interactions between financial, market, and sentiment features.</a:t>
                      </a:r>
                      <a:endParaRPr lang="en-IN"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0810" marR="130810" marT="65405" marB="65405" anchor="ctr"/>
                </a:tc>
                <a:extLst>
                  <a:ext uri="{0D108BD9-81ED-4DB2-BD59-A6C34878D82A}">
                    <a16:rowId xmlns:a16="http://schemas.microsoft.com/office/drawing/2014/main" val="1374974540"/>
                  </a:ext>
                </a:extLst>
              </a:tr>
            </a:tbl>
          </a:graphicData>
        </a:graphic>
      </p:graphicFrame>
      <p:sp>
        <p:nvSpPr>
          <p:cNvPr id="6" name="TextBox 5">
            <a:extLst>
              <a:ext uri="{FF2B5EF4-FFF2-40B4-BE49-F238E27FC236}">
                <a16:creationId xmlns:a16="http://schemas.microsoft.com/office/drawing/2014/main" id="{356BFB86-ED6A-0C0B-CCC7-7C4F0C4F29B1}"/>
              </a:ext>
            </a:extLst>
          </p:cNvPr>
          <p:cNvSpPr txBox="1"/>
          <p:nvPr/>
        </p:nvSpPr>
        <p:spPr>
          <a:xfrm>
            <a:off x="156759" y="5781845"/>
            <a:ext cx="10364569" cy="1045286"/>
          </a:xfrm>
          <a:prstGeom prst="rect">
            <a:avLst/>
          </a:prstGeom>
          <a:noFill/>
        </p:spPr>
        <p:txBody>
          <a:bodyPr wrap="none" rtlCol="0">
            <a:spAutoFit/>
          </a:bodyPr>
          <a:lstStyle/>
          <a:p>
            <a:pPr algn="ctr">
              <a:lnSpc>
                <a:spcPct val="107000"/>
              </a:lnSpc>
              <a:spcAft>
                <a:spcPts val="800"/>
              </a:spcAft>
            </a:pPr>
            <a:r>
              <a:rPr lang="en-IN" sz="1800" b="1" kern="100" dirty="0">
                <a:effectLst/>
                <a:latin typeface="Times New Roman" panose="02020603050405020304" pitchFamily="18" charset="0"/>
                <a:ea typeface="Times New Roman" panose="02020603050405020304" pitchFamily="18" charset="0"/>
                <a:cs typeface="Times New Roman" panose="02020603050405020304" pitchFamily="18" charset="0"/>
              </a:rPr>
              <a:t>Use </a:t>
            </a:r>
            <a:r>
              <a:rPr lang="en-IN" sz="18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Case:Classification</a:t>
            </a:r>
            <a:r>
              <a:rPr lang="en-IN" sz="1800" b="1" kern="100" dirty="0">
                <a:effectLst/>
                <a:latin typeface="Times New Roman" panose="02020603050405020304" pitchFamily="18" charset="0"/>
                <a:ea typeface="Times New Roman" panose="02020603050405020304" pitchFamily="18" charset="0"/>
                <a:cs typeface="Times New Roman" panose="02020603050405020304" pitchFamily="18" charset="0"/>
              </a:rPr>
              <a:t>: Predict binary outcomes (e.g., </a:t>
            </a:r>
            <a:r>
              <a:rPr lang="en-IN" sz="1800" b="1" i="1" kern="100" dirty="0">
                <a:effectLst/>
                <a:latin typeface="Times New Roman" panose="02020603050405020304" pitchFamily="18" charset="0"/>
                <a:ea typeface="Times New Roman" panose="02020603050405020304" pitchFamily="18" charset="0"/>
                <a:cs typeface="Times New Roman" panose="02020603050405020304" pitchFamily="18" charset="0"/>
              </a:rPr>
              <a:t>Will the IPO yield &gt;10% returns in 30 days?</a:t>
            </a:r>
            <a:r>
              <a:rPr lang="en-IN" sz="1800" b="1" kern="1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b="1" dirty="0">
                <a:effectLst/>
                <a:latin typeface="Times New Roman" panose="02020603050405020304" pitchFamily="18" charset="0"/>
                <a:ea typeface="Times New Roman" panose="02020603050405020304" pitchFamily="18" charset="0"/>
              </a:rPr>
              <a:t>Feature Importance: Identify key drivers (e.g., </a:t>
            </a:r>
            <a:r>
              <a:rPr lang="en-IN" sz="1800" b="1" i="1" dirty="0">
                <a:effectLst/>
                <a:latin typeface="Times New Roman" panose="02020603050405020304" pitchFamily="18" charset="0"/>
                <a:ea typeface="Times New Roman" panose="02020603050405020304" pitchFamily="18" charset="0"/>
              </a:rPr>
              <a:t>sentiment score</a:t>
            </a:r>
            <a:r>
              <a:rPr lang="en-IN" sz="1800" b="1" dirty="0">
                <a:effectLst/>
                <a:latin typeface="Times New Roman" panose="02020603050405020304" pitchFamily="18" charset="0"/>
                <a:ea typeface="Times New Roman" panose="02020603050405020304" pitchFamily="18" charset="0"/>
              </a:rPr>
              <a:t> vs. </a:t>
            </a:r>
            <a:r>
              <a:rPr lang="en-IN" sz="1800" b="1" i="1" dirty="0">
                <a:effectLst/>
                <a:latin typeface="Times New Roman" panose="02020603050405020304" pitchFamily="18" charset="0"/>
                <a:ea typeface="Times New Roman" panose="02020603050405020304" pitchFamily="18" charset="0"/>
              </a:rPr>
              <a:t>P/E ratio</a:t>
            </a:r>
            <a:r>
              <a:rPr lang="en-IN" sz="1800" b="1" dirty="0">
                <a:effectLst/>
                <a:latin typeface="Times New Roman" panose="02020603050405020304" pitchFamily="18" charset="0"/>
                <a:ea typeface="Times New Roman" panose="02020603050405020304" pitchFamily="18" charset="0"/>
              </a:rPr>
              <a:t>).</a:t>
            </a:r>
            <a:br>
              <a:rPr lang="en-IN" sz="1800" b="1" dirty="0">
                <a:effectLst/>
                <a:latin typeface="Times New Roman" panose="02020603050405020304" pitchFamily="18" charset="0"/>
                <a:ea typeface="Times New Roman" panose="02020603050405020304" pitchFamily="18" charset="0"/>
              </a:rPr>
            </a:br>
            <a:endParaRPr lang="en-US" dirty="0"/>
          </a:p>
        </p:txBody>
      </p:sp>
    </p:spTree>
    <p:extLst>
      <p:ext uri="{BB962C8B-B14F-4D97-AF65-F5344CB8AC3E}">
        <p14:creationId xmlns:p14="http://schemas.microsoft.com/office/powerpoint/2010/main" val="24758133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CE194-835F-4F46-E5B5-E45BFDF5E8F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7788C62-C30C-341A-44D0-D26CACD0D1DE}"/>
              </a:ext>
            </a:extLst>
          </p:cNvPr>
          <p:cNvSpPr>
            <a:spLocks noGrp="1"/>
          </p:cNvSpPr>
          <p:nvPr>
            <p:ph type="sldNum" sz="quarter" idx="12"/>
          </p:nvPr>
        </p:nvSpPr>
        <p:spPr/>
        <p:txBody>
          <a:bodyPr/>
          <a:lstStyle/>
          <a:p>
            <a:fld id="{7B1AD4E9-9375-4978-A563-9EBD39E6D713}" type="slidenum">
              <a:rPr lang="en-US" smtClean="0"/>
              <a:t>12</a:t>
            </a:fld>
            <a:endParaRPr lang="en-US"/>
          </a:p>
        </p:txBody>
      </p:sp>
      <p:sp>
        <p:nvSpPr>
          <p:cNvPr id="7" name="TextBox 6">
            <a:extLst>
              <a:ext uri="{FF2B5EF4-FFF2-40B4-BE49-F238E27FC236}">
                <a16:creationId xmlns:a16="http://schemas.microsoft.com/office/drawing/2014/main" id="{3D2DE1F3-BEF2-25EE-3F07-9A451201C6C3}"/>
              </a:ext>
            </a:extLst>
          </p:cNvPr>
          <p:cNvSpPr txBox="1"/>
          <p:nvPr/>
        </p:nvSpPr>
        <p:spPr>
          <a:xfrm>
            <a:off x="156759" y="1494557"/>
            <a:ext cx="11878481" cy="954107"/>
          </a:xfrm>
          <a:prstGeom prst="rect">
            <a:avLst/>
          </a:prstGeom>
          <a:noFill/>
        </p:spPr>
        <p:txBody>
          <a:bodyPr wrap="square" rtlCol="0">
            <a:spAutoFit/>
          </a:bodyPr>
          <a:lstStyle/>
          <a:p>
            <a:pPr marL="285750" indent="-285750">
              <a:buFont typeface="Courier New" panose="02070309020205020404" pitchFamily="49" charset="0"/>
              <a:buChar char="o"/>
            </a:pPr>
            <a:r>
              <a:rPr lang="en-IN" sz="2800" b="1" dirty="0"/>
              <a:t>4.1 Machine Learning Techniques applied</a:t>
            </a:r>
            <a:br>
              <a:rPr lang="en-IN" sz="2800" b="1" dirty="0"/>
            </a:br>
            <a:endParaRPr lang="en-IN" sz="2800" b="1" dirty="0"/>
          </a:p>
        </p:txBody>
      </p:sp>
      <p:sp>
        <p:nvSpPr>
          <p:cNvPr id="13" name="TextBox 12">
            <a:extLst>
              <a:ext uri="{FF2B5EF4-FFF2-40B4-BE49-F238E27FC236}">
                <a16:creationId xmlns:a16="http://schemas.microsoft.com/office/drawing/2014/main" id="{51E1729A-FC3C-BAA0-6A63-61F281485691}"/>
              </a:ext>
            </a:extLst>
          </p:cNvPr>
          <p:cNvSpPr txBox="1"/>
          <p:nvPr/>
        </p:nvSpPr>
        <p:spPr>
          <a:xfrm>
            <a:off x="791570" y="4285397"/>
            <a:ext cx="184731" cy="369332"/>
          </a:xfrm>
          <a:prstGeom prst="rect">
            <a:avLst/>
          </a:prstGeom>
          <a:noFill/>
        </p:spPr>
        <p:txBody>
          <a:bodyPr wrap="none" rtlCol="0">
            <a:spAutoFit/>
          </a:bodyPr>
          <a:lstStyle/>
          <a:p>
            <a:endParaRPr lang="en-US" dirty="0"/>
          </a:p>
        </p:txBody>
      </p:sp>
      <p:pic>
        <p:nvPicPr>
          <p:cNvPr id="4" name="Picture 3">
            <a:extLst>
              <a:ext uri="{FF2B5EF4-FFF2-40B4-BE49-F238E27FC236}">
                <a16:creationId xmlns:a16="http://schemas.microsoft.com/office/drawing/2014/main" id="{C3E4190B-7C03-B7AF-9A75-2F9930CB2DE5}"/>
              </a:ext>
            </a:extLst>
          </p:cNvPr>
          <p:cNvPicPr>
            <a:picLocks noChangeAspect="1"/>
          </p:cNvPicPr>
          <p:nvPr/>
        </p:nvPicPr>
        <p:blipFill>
          <a:blip r:embed="rId2"/>
          <a:stretch>
            <a:fillRect/>
          </a:stretch>
        </p:blipFill>
        <p:spPr>
          <a:xfrm>
            <a:off x="10947400" y="640661"/>
            <a:ext cx="812800" cy="812800"/>
          </a:xfrm>
          <a:prstGeom prst="rect">
            <a:avLst/>
          </a:prstGeom>
        </p:spPr>
      </p:pic>
      <p:sp>
        <p:nvSpPr>
          <p:cNvPr id="6" name="TextBox 5">
            <a:extLst>
              <a:ext uri="{FF2B5EF4-FFF2-40B4-BE49-F238E27FC236}">
                <a16:creationId xmlns:a16="http://schemas.microsoft.com/office/drawing/2014/main" id="{11F09297-E14C-D0B2-933B-E3EB62AA99B0}"/>
              </a:ext>
            </a:extLst>
          </p:cNvPr>
          <p:cNvSpPr txBox="1"/>
          <p:nvPr/>
        </p:nvSpPr>
        <p:spPr>
          <a:xfrm>
            <a:off x="5246678" y="5781845"/>
            <a:ext cx="184731" cy="671915"/>
          </a:xfrm>
          <a:prstGeom prst="rect">
            <a:avLst/>
          </a:prstGeom>
          <a:noFill/>
        </p:spPr>
        <p:txBody>
          <a:bodyPr wrap="none" rtlCol="0">
            <a:spAutoFit/>
          </a:bodyPr>
          <a:lstStyle/>
          <a:p>
            <a:pPr algn="ctr">
              <a:lnSpc>
                <a:spcPct val="107000"/>
              </a:lnSpc>
              <a:spcAft>
                <a:spcPts val="800"/>
              </a:spcAft>
            </a:pPr>
            <a:br>
              <a:rPr lang="en-IN" sz="1800" b="1" dirty="0">
                <a:effectLst/>
                <a:latin typeface="Times New Roman" panose="02020603050405020304" pitchFamily="18" charset="0"/>
                <a:ea typeface="Times New Roman" panose="02020603050405020304" pitchFamily="18" charset="0"/>
              </a:rPr>
            </a:br>
            <a:endParaRPr lang="en-US" dirty="0"/>
          </a:p>
        </p:txBody>
      </p:sp>
      <p:sp>
        <p:nvSpPr>
          <p:cNvPr id="3" name="Rectangle 2">
            <a:extLst>
              <a:ext uri="{FF2B5EF4-FFF2-40B4-BE49-F238E27FC236}">
                <a16:creationId xmlns:a16="http://schemas.microsoft.com/office/drawing/2014/main" id="{ECBD7956-9333-32CD-57F5-BCE17C651938}"/>
              </a:ext>
            </a:extLst>
          </p:cNvPr>
          <p:cNvSpPr>
            <a:spLocks noChangeArrowheads="1"/>
          </p:cNvSpPr>
          <p:nvPr/>
        </p:nvSpPr>
        <p:spPr bwMode="auto">
          <a:xfrm>
            <a:off x="-41850" y="1917276"/>
            <a:ext cx="10761785" cy="2092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rPr>
              <a:t>To effectively classify whether a person has Parkinson’s Disease based on their vocal features, this project employed three popular supervised machine learning algorithms, each with its own approach to learning patterns in the data:</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600" b="1" i="0" u="none" strike="noStrike" cap="none" normalizeH="0" baseline="0" dirty="0">
                <a:ln>
                  <a:noFill/>
                </a:ln>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rPr>
            </a:br>
            <a:r>
              <a:rPr kumimoji="0" lang="en-US" altLang="en-US" sz="1600" b="1" i="0" u="none" strike="noStrike" cap="none" normalizeH="0" baseline="0" dirty="0">
                <a:ln>
                  <a:noFill/>
                </a:ln>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rPr>
              <a:t>1. Logistic Regression</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rPr>
              <a:t>To establish a reliable baseline, we used Logistic Regression. Despite being a linear model, it gave us a strong benchmark for performance. Surprisingly, it achieved the highest AUC score (0.7025) in our evaluations, showing its effectiveness in separating profitable and unprofitable IPOs.</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049" name="Picture 1">
            <a:extLst>
              <a:ext uri="{FF2B5EF4-FFF2-40B4-BE49-F238E27FC236}">
                <a16:creationId xmlns:a16="http://schemas.microsoft.com/office/drawing/2014/main" id="{1B88D399-1E58-C227-9654-321C2883B6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759" y="3908558"/>
            <a:ext cx="11702306" cy="254520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3">
            <a:extLst>
              <a:ext uri="{FF2B5EF4-FFF2-40B4-BE49-F238E27FC236}">
                <a16:creationId xmlns:a16="http://schemas.microsoft.com/office/drawing/2014/main" id="{5365B9CE-939A-058F-A7E5-9B53D5244A76}"/>
              </a:ext>
            </a:extLst>
          </p:cNvPr>
          <p:cNvSpPr>
            <a:spLocks noChangeArrowheads="1"/>
          </p:cNvSpPr>
          <p:nvPr/>
        </p:nvSpPr>
        <p:spPr bwMode="auto">
          <a:xfrm>
            <a:off x="0" y="506983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7080404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45CF9-D4D4-8061-50DB-7CCE1F621F4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39A1689-5AA7-9E6A-B76E-CCF6740F2EB3}"/>
              </a:ext>
            </a:extLst>
          </p:cNvPr>
          <p:cNvSpPr>
            <a:spLocks noGrp="1"/>
          </p:cNvSpPr>
          <p:nvPr>
            <p:ph type="sldNum" sz="quarter" idx="12"/>
          </p:nvPr>
        </p:nvSpPr>
        <p:spPr/>
        <p:txBody>
          <a:bodyPr/>
          <a:lstStyle/>
          <a:p>
            <a:fld id="{7B1AD4E9-9375-4978-A563-9EBD39E6D713}" type="slidenum">
              <a:rPr lang="en-US" smtClean="0"/>
              <a:t>13</a:t>
            </a:fld>
            <a:endParaRPr lang="en-US"/>
          </a:p>
        </p:txBody>
      </p:sp>
      <p:sp>
        <p:nvSpPr>
          <p:cNvPr id="7" name="TextBox 6">
            <a:extLst>
              <a:ext uri="{FF2B5EF4-FFF2-40B4-BE49-F238E27FC236}">
                <a16:creationId xmlns:a16="http://schemas.microsoft.com/office/drawing/2014/main" id="{019A1326-DD8F-FEBC-48F9-F761B9F13E92}"/>
              </a:ext>
            </a:extLst>
          </p:cNvPr>
          <p:cNvSpPr txBox="1"/>
          <p:nvPr/>
        </p:nvSpPr>
        <p:spPr>
          <a:xfrm>
            <a:off x="156759" y="1494557"/>
            <a:ext cx="11878481" cy="954107"/>
          </a:xfrm>
          <a:prstGeom prst="rect">
            <a:avLst/>
          </a:prstGeom>
          <a:noFill/>
        </p:spPr>
        <p:txBody>
          <a:bodyPr wrap="square" rtlCol="0">
            <a:spAutoFit/>
          </a:bodyPr>
          <a:lstStyle/>
          <a:p>
            <a:pPr marL="285750" indent="-285750">
              <a:buFont typeface="Courier New" panose="02070309020205020404" pitchFamily="49" charset="0"/>
              <a:buChar char="o"/>
            </a:pPr>
            <a:r>
              <a:rPr lang="en-IN" sz="2800" b="1" dirty="0"/>
              <a:t>4.1 Machine Learning Techniques applied</a:t>
            </a:r>
            <a:br>
              <a:rPr lang="en-IN" sz="2800" b="1" dirty="0"/>
            </a:br>
            <a:endParaRPr lang="en-IN" sz="2800" b="1" dirty="0"/>
          </a:p>
        </p:txBody>
      </p:sp>
      <p:sp>
        <p:nvSpPr>
          <p:cNvPr id="13" name="TextBox 12">
            <a:extLst>
              <a:ext uri="{FF2B5EF4-FFF2-40B4-BE49-F238E27FC236}">
                <a16:creationId xmlns:a16="http://schemas.microsoft.com/office/drawing/2014/main" id="{AC47B42C-4AA3-C3FF-25EF-92D28E5F80AB}"/>
              </a:ext>
            </a:extLst>
          </p:cNvPr>
          <p:cNvSpPr txBox="1"/>
          <p:nvPr/>
        </p:nvSpPr>
        <p:spPr>
          <a:xfrm>
            <a:off x="791570" y="4285397"/>
            <a:ext cx="184731" cy="369332"/>
          </a:xfrm>
          <a:prstGeom prst="rect">
            <a:avLst/>
          </a:prstGeom>
          <a:noFill/>
        </p:spPr>
        <p:txBody>
          <a:bodyPr wrap="none" rtlCol="0">
            <a:spAutoFit/>
          </a:bodyPr>
          <a:lstStyle/>
          <a:p>
            <a:endParaRPr lang="en-US" dirty="0"/>
          </a:p>
        </p:txBody>
      </p:sp>
      <p:pic>
        <p:nvPicPr>
          <p:cNvPr id="4" name="Picture 3">
            <a:extLst>
              <a:ext uri="{FF2B5EF4-FFF2-40B4-BE49-F238E27FC236}">
                <a16:creationId xmlns:a16="http://schemas.microsoft.com/office/drawing/2014/main" id="{A5577A3E-8E4C-03CC-65E5-03CFF0674CAE}"/>
              </a:ext>
            </a:extLst>
          </p:cNvPr>
          <p:cNvPicPr>
            <a:picLocks noChangeAspect="1"/>
          </p:cNvPicPr>
          <p:nvPr/>
        </p:nvPicPr>
        <p:blipFill>
          <a:blip r:embed="rId2"/>
          <a:stretch>
            <a:fillRect/>
          </a:stretch>
        </p:blipFill>
        <p:spPr>
          <a:xfrm>
            <a:off x="10947400" y="640661"/>
            <a:ext cx="812800" cy="812800"/>
          </a:xfrm>
          <a:prstGeom prst="rect">
            <a:avLst/>
          </a:prstGeom>
        </p:spPr>
      </p:pic>
      <p:sp>
        <p:nvSpPr>
          <p:cNvPr id="6" name="TextBox 5">
            <a:extLst>
              <a:ext uri="{FF2B5EF4-FFF2-40B4-BE49-F238E27FC236}">
                <a16:creationId xmlns:a16="http://schemas.microsoft.com/office/drawing/2014/main" id="{7E1B5361-13F8-1ADC-7C2B-BEC721CE1956}"/>
              </a:ext>
            </a:extLst>
          </p:cNvPr>
          <p:cNvSpPr txBox="1"/>
          <p:nvPr/>
        </p:nvSpPr>
        <p:spPr>
          <a:xfrm>
            <a:off x="5246678" y="5781845"/>
            <a:ext cx="184731" cy="671915"/>
          </a:xfrm>
          <a:prstGeom prst="rect">
            <a:avLst/>
          </a:prstGeom>
          <a:noFill/>
        </p:spPr>
        <p:txBody>
          <a:bodyPr wrap="none" rtlCol="0">
            <a:spAutoFit/>
          </a:bodyPr>
          <a:lstStyle/>
          <a:p>
            <a:pPr algn="ctr">
              <a:lnSpc>
                <a:spcPct val="107000"/>
              </a:lnSpc>
              <a:spcAft>
                <a:spcPts val="800"/>
              </a:spcAft>
            </a:pPr>
            <a:br>
              <a:rPr lang="en-IN" sz="1800" b="1" dirty="0">
                <a:effectLst/>
                <a:latin typeface="Times New Roman" panose="02020603050405020304" pitchFamily="18" charset="0"/>
                <a:ea typeface="Times New Roman" panose="02020603050405020304" pitchFamily="18" charset="0"/>
              </a:rPr>
            </a:br>
            <a:endParaRPr lang="en-US" dirty="0"/>
          </a:p>
        </p:txBody>
      </p:sp>
      <p:sp>
        <p:nvSpPr>
          <p:cNvPr id="8" name="Rectangle 3">
            <a:extLst>
              <a:ext uri="{FF2B5EF4-FFF2-40B4-BE49-F238E27FC236}">
                <a16:creationId xmlns:a16="http://schemas.microsoft.com/office/drawing/2014/main" id="{9CAE1A8F-CECC-BB24-E6A3-FA0BE38CDB8B}"/>
              </a:ext>
            </a:extLst>
          </p:cNvPr>
          <p:cNvSpPr>
            <a:spLocks noChangeArrowheads="1"/>
          </p:cNvSpPr>
          <p:nvPr/>
        </p:nvSpPr>
        <p:spPr bwMode="auto">
          <a:xfrm>
            <a:off x="0" y="506983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4">
            <a:extLst>
              <a:ext uri="{FF2B5EF4-FFF2-40B4-BE49-F238E27FC236}">
                <a16:creationId xmlns:a16="http://schemas.microsoft.com/office/drawing/2014/main" id="{9E56EB3A-3EFE-1CD1-8F6E-35FB355275D1}"/>
              </a:ext>
            </a:extLst>
          </p:cNvPr>
          <p:cNvSpPr>
            <a:spLocks noChangeArrowheads="1"/>
          </p:cNvSpPr>
          <p:nvPr/>
        </p:nvSpPr>
        <p:spPr bwMode="auto">
          <a:xfrm>
            <a:off x="-1" y="2014235"/>
            <a:ext cx="11760201"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rPr>
              <a:t>2. Random Forest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rPr>
              <a:t>We used Random Forest for its ability to handle non-linear relationships and its robustness against overfitting. As an ensemble of decision trees, it provided high accuracy and interpretability by evaluating feature importance. It performed consistently well across various experiments.</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pic>
        <p:nvPicPr>
          <p:cNvPr id="4099" name="Picture 1">
            <a:extLst>
              <a:ext uri="{FF2B5EF4-FFF2-40B4-BE49-F238E27FC236}">
                <a16:creationId xmlns:a16="http://schemas.microsoft.com/office/drawing/2014/main" id="{9B8F4DAB-AB67-E657-C27B-1BAEFD9FF1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758" y="3224590"/>
            <a:ext cx="11878481" cy="28602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75098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52F5B-AD80-8A48-0258-305F5D616C5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4F597C0-E2D0-0837-1AF8-7801E7CE36F9}"/>
              </a:ext>
            </a:extLst>
          </p:cNvPr>
          <p:cNvSpPr>
            <a:spLocks noGrp="1"/>
          </p:cNvSpPr>
          <p:nvPr>
            <p:ph type="sldNum" sz="quarter" idx="12"/>
          </p:nvPr>
        </p:nvSpPr>
        <p:spPr/>
        <p:txBody>
          <a:bodyPr/>
          <a:lstStyle/>
          <a:p>
            <a:fld id="{7B1AD4E9-9375-4978-A563-9EBD39E6D713}" type="slidenum">
              <a:rPr lang="en-US" smtClean="0"/>
              <a:t>14</a:t>
            </a:fld>
            <a:endParaRPr lang="en-US"/>
          </a:p>
        </p:txBody>
      </p:sp>
      <p:sp>
        <p:nvSpPr>
          <p:cNvPr id="7" name="TextBox 6">
            <a:extLst>
              <a:ext uri="{FF2B5EF4-FFF2-40B4-BE49-F238E27FC236}">
                <a16:creationId xmlns:a16="http://schemas.microsoft.com/office/drawing/2014/main" id="{5A6AC602-AC38-059F-BB3C-53154DF8CF8C}"/>
              </a:ext>
            </a:extLst>
          </p:cNvPr>
          <p:cNvSpPr txBox="1"/>
          <p:nvPr/>
        </p:nvSpPr>
        <p:spPr>
          <a:xfrm>
            <a:off x="156759" y="1494557"/>
            <a:ext cx="11878481" cy="954107"/>
          </a:xfrm>
          <a:prstGeom prst="rect">
            <a:avLst/>
          </a:prstGeom>
          <a:noFill/>
        </p:spPr>
        <p:txBody>
          <a:bodyPr wrap="square" rtlCol="0">
            <a:spAutoFit/>
          </a:bodyPr>
          <a:lstStyle/>
          <a:p>
            <a:pPr marL="285750" indent="-285750">
              <a:buFont typeface="Courier New" panose="02070309020205020404" pitchFamily="49" charset="0"/>
              <a:buChar char="o"/>
            </a:pPr>
            <a:r>
              <a:rPr lang="en-IN" sz="2800" b="1" dirty="0"/>
              <a:t>4.1 Machine Learning Techniques applied</a:t>
            </a:r>
            <a:br>
              <a:rPr lang="en-IN" sz="2800" b="1" dirty="0"/>
            </a:br>
            <a:endParaRPr lang="en-IN" sz="2800" b="1" dirty="0"/>
          </a:p>
        </p:txBody>
      </p:sp>
      <p:sp>
        <p:nvSpPr>
          <p:cNvPr id="13" name="TextBox 12">
            <a:extLst>
              <a:ext uri="{FF2B5EF4-FFF2-40B4-BE49-F238E27FC236}">
                <a16:creationId xmlns:a16="http://schemas.microsoft.com/office/drawing/2014/main" id="{7D422516-CB06-07D5-65FE-B74919FE2676}"/>
              </a:ext>
            </a:extLst>
          </p:cNvPr>
          <p:cNvSpPr txBox="1"/>
          <p:nvPr/>
        </p:nvSpPr>
        <p:spPr>
          <a:xfrm>
            <a:off x="791570" y="4285397"/>
            <a:ext cx="184731" cy="369332"/>
          </a:xfrm>
          <a:prstGeom prst="rect">
            <a:avLst/>
          </a:prstGeom>
          <a:noFill/>
        </p:spPr>
        <p:txBody>
          <a:bodyPr wrap="none" rtlCol="0">
            <a:spAutoFit/>
          </a:bodyPr>
          <a:lstStyle/>
          <a:p>
            <a:endParaRPr lang="en-US" dirty="0"/>
          </a:p>
        </p:txBody>
      </p:sp>
      <p:pic>
        <p:nvPicPr>
          <p:cNvPr id="4" name="Picture 3">
            <a:extLst>
              <a:ext uri="{FF2B5EF4-FFF2-40B4-BE49-F238E27FC236}">
                <a16:creationId xmlns:a16="http://schemas.microsoft.com/office/drawing/2014/main" id="{40BA7991-D596-BF51-460B-C28CFAC77FBB}"/>
              </a:ext>
            </a:extLst>
          </p:cNvPr>
          <p:cNvPicPr>
            <a:picLocks noChangeAspect="1"/>
          </p:cNvPicPr>
          <p:nvPr/>
        </p:nvPicPr>
        <p:blipFill>
          <a:blip r:embed="rId2"/>
          <a:stretch>
            <a:fillRect/>
          </a:stretch>
        </p:blipFill>
        <p:spPr>
          <a:xfrm>
            <a:off x="10947400" y="640661"/>
            <a:ext cx="812800" cy="812800"/>
          </a:xfrm>
          <a:prstGeom prst="rect">
            <a:avLst/>
          </a:prstGeom>
        </p:spPr>
      </p:pic>
      <p:sp>
        <p:nvSpPr>
          <p:cNvPr id="6" name="TextBox 5">
            <a:extLst>
              <a:ext uri="{FF2B5EF4-FFF2-40B4-BE49-F238E27FC236}">
                <a16:creationId xmlns:a16="http://schemas.microsoft.com/office/drawing/2014/main" id="{4A41885B-FB41-AA91-6121-EDFF7D65F938}"/>
              </a:ext>
            </a:extLst>
          </p:cNvPr>
          <p:cNvSpPr txBox="1"/>
          <p:nvPr/>
        </p:nvSpPr>
        <p:spPr>
          <a:xfrm>
            <a:off x="5246678" y="5781845"/>
            <a:ext cx="184731" cy="671915"/>
          </a:xfrm>
          <a:prstGeom prst="rect">
            <a:avLst/>
          </a:prstGeom>
          <a:noFill/>
        </p:spPr>
        <p:txBody>
          <a:bodyPr wrap="none" rtlCol="0">
            <a:spAutoFit/>
          </a:bodyPr>
          <a:lstStyle/>
          <a:p>
            <a:pPr algn="ctr">
              <a:lnSpc>
                <a:spcPct val="107000"/>
              </a:lnSpc>
              <a:spcAft>
                <a:spcPts val="800"/>
              </a:spcAft>
            </a:pPr>
            <a:br>
              <a:rPr lang="en-IN" sz="1800" b="1" dirty="0">
                <a:effectLst/>
                <a:latin typeface="Times New Roman" panose="02020603050405020304" pitchFamily="18" charset="0"/>
                <a:ea typeface="Times New Roman" panose="02020603050405020304" pitchFamily="18" charset="0"/>
              </a:rPr>
            </a:br>
            <a:endParaRPr lang="en-US" dirty="0"/>
          </a:p>
        </p:txBody>
      </p:sp>
      <p:sp>
        <p:nvSpPr>
          <p:cNvPr id="8" name="Rectangle 3">
            <a:extLst>
              <a:ext uri="{FF2B5EF4-FFF2-40B4-BE49-F238E27FC236}">
                <a16:creationId xmlns:a16="http://schemas.microsoft.com/office/drawing/2014/main" id="{A6EC10D6-7B61-65BE-3BA7-0F2FBAB39036}"/>
              </a:ext>
            </a:extLst>
          </p:cNvPr>
          <p:cNvSpPr>
            <a:spLocks noChangeArrowheads="1"/>
          </p:cNvSpPr>
          <p:nvPr/>
        </p:nvSpPr>
        <p:spPr bwMode="auto">
          <a:xfrm>
            <a:off x="0" y="506983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 name="Rectangle 2">
            <a:extLst>
              <a:ext uri="{FF2B5EF4-FFF2-40B4-BE49-F238E27FC236}">
                <a16:creationId xmlns:a16="http://schemas.microsoft.com/office/drawing/2014/main" id="{79B9A0B7-C2C1-61F1-EAC5-7A41D039ABBC}"/>
              </a:ext>
            </a:extLst>
          </p:cNvPr>
          <p:cNvSpPr>
            <a:spLocks noChangeArrowheads="1"/>
          </p:cNvSpPr>
          <p:nvPr/>
        </p:nvSpPr>
        <p:spPr bwMode="auto">
          <a:xfrm>
            <a:off x="78378" y="1994499"/>
            <a:ext cx="12035241"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rPr>
              <a:t>3. Gradient Boosting</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rPr>
              <a:t>We included Gradient Boosting to capture incremental learning patterns. This technique builds models sequentially, with each new model correcting errors from the previous one. Although more sensitive to overfitting, it helped us improve performance on smaller nuances in the data.</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pic>
        <p:nvPicPr>
          <p:cNvPr id="6145" name="Picture 1">
            <a:extLst>
              <a:ext uri="{FF2B5EF4-FFF2-40B4-BE49-F238E27FC236}">
                <a16:creationId xmlns:a16="http://schemas.microsoft.com/office/drawing/2014/main" id="{58C15FA1-6E12-776A-5D1A-0B017BD03B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759" y="3182015"/>
            <a:ext cx="11603441" cy="323968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51CDD5ED-0A59-97C6-D08D-C971D1AAE0CD}"/>
              </a:ext>
            </a:extLst>
          </p:cNvPr>
          <p:cNvSpPr>
            <a:spLocks noChangeArrowheads="1"/>
          </p:cNvSpPr>
          <p:nvPr/>
        </p:nvSpPr>
        <p:spPr bwMode="auto">
          <a:xfrm>
            <a:off x="156759" y="5828815"/>
            <a:ext cx="12035241" cy="548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1826382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23479-85A0-40C0-6460-86F14456721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E9355E6-D6CF-C3B2-4008-6F098C034699}"/>
              </a:ext>
            </a:extLst>
          </p:cNvPr>
          <p:cNvSpPr>
            <a:spLocks noGrp="1"/>
          </p:cNvSpPr>
          <p:nvPr>
            <p:ph type="sldNum" sz="quarter" idx="12"/>
          </p:nvPr>
        </p:nvSpPr>
        <p:spPr/>
        <p:txBody>
          <a:bodyPr/>
          <a:lstStyle/>
          <a:p>
            <a:fld id="{7B1AD4E9-9375-4978-A563-9EBD39E6D713}" type="slidenum">
              <a:rPr lang="en-US" smtClean="0"/>
              <a:t>15</a:t>
            </a:fld>
            <a:endParaRPr lang="en-US"/>
          </a:p>
        </p:txBody>
      </p:sp>
      <p:sp>
        <p:nvSpPr>
          <p:cNvPr id="7" name="TextBox 6">
            <a:extLst>
              <a:ext uri="{FF2B5EF4-FFF2-40B4-BE49-F238E27FC236}">
                <a16:creationId xmlns:a16="http://schemas.microsoft.com/office/drawing/2014/main" id="{61CE68E4-9EE2-41F4-BA3E-9C0075D760FB}"/>
              </a:ext>
            </a:extLst>
          </p:cNvPr>
          <p:cNvSpPr txBox="1"/>
          <p:nvPr/>
        </p:nvSpPr>
        <p:spPr>
          <a:xfrm>
            <a:off x="156759" y="1494557"/>
            <a:ext cx="11878481" cy="954107"/>
          </a:xfrm>
          <a:prstGeom prst="rect">
            <a:avLst/>
          </a:prstGeom>
          <a:noFill/>
        </p:spPr>
        <p:txBody>
          <a:bodyPr wrap="square" rtlCol="0">
            <a:spAutoFit/>
          </a:bodyPr>
          <a:lstStyle/>
          <a:p>
            <a:pPr marL="285750" indent="-285750">
              <a:buFont typeface="Courier New" panose="02070309020205020404" pitchFamily="49" charset="0"/>
              <a:buChar char="o"/>
            </a:pPr>
            <a:r>
              <a:rPr lang="en-IN" sz="2800" b="1" dirty="0"/>
              <a:t>4.1 Machine Learning Techniques applied</a:t>
            </a:r>
            <a:br>
              <a:rPr lang="en-IN" sz="2800" b="1" dirty="0"/>
            </a:br>
            <a:endParaRPr lang="en-IN" sz="2800" b="1" dirty="0"/>
          </a:p>
        </p:txBody>
      </p:sp>
      <p:sp>
        <p:nvSpPr>
          <p:cNvPr id="13" name="TextBox 12">
            <a:extLst>
              <a:ext uri="{FF2B5EF4-FFF2-40B4-BE49-F238E27FC236}">
                <a16:creationId xmlns:a16="http://schemas.microsoft.com/office/drawing/2014/main" id="{69794BDB-9D74-E854-87F4-CC250880389F}"/>
              </a:ext>
            </a:extLst>
          </p:cNvPr>
          <p:cNvSpPr txBox="1"/>
          <p:nvPr/>
        </p:nvSpPr>
        <p:spPr>
          <a:xfrm>
            <a:off x="791570" y="4285397"/>
            <a:ext cx="184731" cy="369332"/>
          </a:xfrm>
          <a:prstGeom prst="rect">
            <a:avLst/>
          </a:prstGeom>
          <a:noFill/>
        </p:spPr>
        <p:txBody>
          <a:bodyPr wrap="none" rtlCol="0">
            <a:spAutoFit/>
          </a:bodyPr>
          <a:lstStyle/>
          <a:p>
            <a:endParaRPr lang="en-US" dirty="0"/>
          </a:p>
        </p:txBody>
      </p:sp>
      <p:pic>
        <p:nvPicPr>
          <p:cNvPr id="4" name="Picture 3">
            <a:extLst>
              <a:ext uri="{FF2B5EF4-FFF2-40B4-BE49-F238E27FC236}">
                <a16:creationId xmlns:a16="http://schemas.microsoft.com/office/drawing/2014/main" id="{9E1CDF22-C955-9451-F959-D7EA4343B400}"/>
              </a:ext>
            </a:extLst>
          </p:cNvPr>
          <p:cNvPicPr>
            <a:picLocks noChangeAspect="1"/>
          </p:cNvPicPr>
          <p:nvPr/>
        </p:nvPicPr>
        <p:blipFill>
          <a:blip r:embed="rId2"/>
          <a:stretch>
            <a:fillRect/>
          </a:stretch>
        </p:blipFill>
        <p:spPr>
          <a:xfrm>
            <a:off x="10947400" y="640661"/>
            <a:ext cx="812800" cy="812800"/>
          </a:xfrm>
          <a:prstGeom prst="rect">
            <a:avLst/>
          </a:prstGeom>
        </p:spPr>
      </p:pic>
      <p:sp>
        <p:nvSpPr>
          <p:cNvPr id="6" name="TextBox 5">
            <a:extLst>
              <a:ext uri="{FF2B5EF4-FFF2-40B4-BE49-F238E27FC236}">
                <a16:creationId xmlns:a16="http://schemas.microsoft.com/office/drawing/2014/main" id="{280E2D52-18D4-5782-714B-A66209BDDF17}"/>
              </a:ext>
            </a:extLst>
          </p:cNvPr>
          <p:cNvSpPr txBox="1"/>
          <p:nvPr/>
        </p:nvSpPr>
        <p:spPr>
          <a:xfrm>
            <a:off x="5246678" y="5781845"/>
            <a:ext cx="184731" cy="671915"/>
          </a:xfrm>
          <a:prstGeom prst="rect">
            <a:avLst/>
          </a:prstGeom>
          <a:noFill/>
        </p:spPr>
        <p:txBody>
          <a:bodyPr wrap="none" rtlCol="0">
            <a:spAutoFit/>
          </a:bodyPr>
          <a:lstStyle/>
          <a:p>
            <a:pPr algn="ctr">
              <a:lnSpc>
                <a:spcPct val="107000"/>
              </a:lnSpc>
              <a:spcAft>
                <a:spcPts val="800"/>
              </a:spcAft>
            </a:pPr>
            <a:br>
              <a:rPr lang="en-IN" sz="1800" b="1" dirty="0">
                <a:effectLst/>
                <a:latin typeface="Times New Roman" panose="02020603050405020304" pitchFamily="18" charset="0"/>
                <a:ea typeface="Times New Roman" panose="02020603050405020304" pitchFamily="18" charset="0"/>
              </a:rPr>
            </a:br>
            <a:endParaRPr lang="en-US" dirty="0"/>
          </a:p>
        </p:txBody>
      </p:sp>
      <p:sp>
        <p:nvSpPr>
          <p:cNvPr id="8" name="Rectangle 3">
            <a:extLst>
              <a:ext uri="{FF2B5EF4-FFF2-40B4-BE49-F238E27FC236}">
                <a16:creationId xmlns:a16="http://schemas.microsoft.com/office/drawing/2014/main" id="{C5358F2E-9549-79D0-75A3-AA86FA8AD169}"/>
              </a:ext>
            </a:extLst>
          </p:cNvPr>
          <p:cNvSpPr>
            <a:spLocks noChangeArrowheads="1"/>
          </p:cNvSpPr>
          <p:nvPr/>
        </p:nvSpPr>
        <p:spPr bwMode="auto">
          <a:xfrm>
            <a:off x="0" y="506983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 name="Rectangle 2">
            <a:extLst>
              <a:ext uri="{FF2B5EF4-FFF2-40B4-BE49-F238E27FC236}">
                <a16:creationId xmlns:a16="http://schemas.microsoft.com/office/drawing/2014/main" id="{6D09B4F2-F5DA-78D0-0B83-65674D1D3089}"/>
              </a:ext>
            </a:extLst>
          </p:cNvPr>
          <p:cNvSpPr>
            <a:spLocks noChangeArrowheads="1"/>
          </p:cNvSpPr>
          <p:nvPr/>
        </p:nvSpPr>
        <p:spPr bwMode="auto">
          <a:xfrm>
            <a:off x="78378" y="1994499"/>
            <a:ext cx="12035241"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rPr>
              <a:t>3. Gradient Boosting</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rPr>
              <a:t>We included Gradient Boosting to capture incremental learning patterns. This technique builds models sequentially, with each new model correcting errors from the previous one. Although more sensitive to overfitting, it helped us improve performance on smaller nuances in the data.</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pic>
        <p:nvPicPr>
          <p:cNvPr id="6145" name="Picture 1">
            <a:extLst>
              <a:ext uri="{FF2B5EF4-FFF2-40B4-BE49-F238E27FC236}">
                <a16:creationId xmlns:a16="http://schemas.microsoft.com/office/drawing/2014/main" id="{813DCEB6-E17B-F0D4-D67E-69B716F781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759" y="3182015"/>
            <a:ext cx="11603441" cy="323968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ABDB3BE6-1D9E-0331-D679-F03F80110383}"/>
              </a:ext>
            </a:extLst>
          </p:cNvPr>
          <p:cNvSpPr>
            <a:spLocks noChangeArrowheads="1"/>
          </p:cNvSpPr>
          <p:nvPr/>
        </p:nvSpPr>
        <p:spPr bwMode="auto">
          <a:xfrm>
            <a:off x="156759" y="5828815"/>
            <a:ext cx="12035241" cy="548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2321847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0A075-480B-594C-10CC-03800705BD0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DF16682-CB05-7A1F-31A6-D315CF986455}"/>
              </a:ext>
            </a:extLst>
          </p:cNvPr>
          <p:cNvSpPr>
            <a:spLocks noGrp="1"/>
          </p:cNvSpPr>
          <p:nvPr>
            <p:ph type="sldNum" sz="quarter" idx="12"/>
          </p:nvPr>
        </p:nvSpPr>
        <p:spPr/>
        <p:txBody>
          <a:bodyPr/>
          <a:lstStyle/>
          <a:p>
            <a:fld id="{7B1AD4E9-9375-4978-A563-9EBD39E6D713}" type="slidenum">
              <a:rPr lang="en-US" smtClean="0"/>
              <a:t>16</a:t>
            </a:fld>
            <a:endParaRPr lang="en-US"/>
          </a:p>
        </p:txBody>
      </p:sp>
      <p:sp>
        <p:nvSpPr>
          <p:cNvPr id="7" name="TextBox 6">
            <a:extLst>
              <a:ext uri="{FF2B5EF4-FFF2-40B4-BE49-F238E27FC236}">
                <a16:creationId xmlns:a16="http://schemas.microsoft.com/office/drawing/2014/main" id="{D9ED4B34-0608-B436-878A-DFFF86B602C7}"/>
              </a:ext>
            </a:extLst>
          </p:cNvPr>
          <p:cNvSpPr txBox="1"/>
          <p:nvPr/>
        </p:nvSpPr>
        <p:spPr>
          <a:xfrm>
            <a:off x="156759" y="1494557"/>
            <a:ext cx="11878481" cy="954107"/>
          </a:xfrm>
          <a:prstGeom prst="rect">
            <a:avLst/>
          </a:prstGeom>
          <a:noFill/>
        </p:spPr>
        <p:txBody>
          <a:bodyPr wrap="square" rtlCol="0">
            <a:spAutoFit/>
          </a:bodyPr>
          <a:lstStyle/>
          <a:p>
            <a:pPr marL="285750" indent="-285750">
              <a:buFont typeface="Courier New" panose="02070309020205020404" pitchFamily="49" charset="0"/>
              <a:buChar char="o"/>
            </a:pPr>
            <a:r>
              <a:rPr lang="en-IN" sz="2800" b="1" dirty="0"/>
              <a:t>4.1 Machine Learning Techniques applied</a:t>
            </a:r>
            <a:br>
              <a:rPr lang="en-IN" sz="2800" b="1" dirty="0"/>
            </a:br>
            <a:endParaRPr lang="en-IN" sz="2800" b="1" dirty="0"/>
          </a:p>
        </p:txBody>
      </p:sp>
      <p:sp>
        <p:nvSpPr>
          <p:cNvPr id="13" name="TextBox 12">
            <a:extLst>
              <a:ext uri="{FF2B5EF4-FFF2-40B4-BE49-F238E27FC236}">
                <a16:creationId xmlns:a16="http://schemas.microsoft.com/office/drawing/2014/main" id="{1F2BC699-EFCD-0B7B-9A54-03C2AD9B525A}"/>
              </a:ext>
            </a:extLst>
          </p:cNvPr>
          <p:cNvSpPr txBox="1"/>
          <p:nvPr/>
        </p:nvSpPr>
        <p:spPr>
          <a:xfrm>
            <a:off x="791570" y="4285397"/>
            <a:ext cx="184731" cy="369332"/>
          </a:xfrm>
          <a:prstGeom prst="rect">
            <a:avLst/>
          </a:prstGeom>
          <a:noFill/>
        </p:spPr>
        <p:txBody>
          <a:bodyPr wrap="none" rtlCol="0">
            <a:spAutoFit/>
          </a:bodyPr>
          <a:lstStyle/>
          <a:p>
            <a:endParaRPr lang="en-US" dirty="0"/>
          </a:p>
        </p:txBody>
      </p:sp>
      <p:pic>
        <p:nvPicPr>
          <p:cNvPr id="4" name="Picture 3">
            <a:extLst>
              <a:ext uri="{FF2B5EF4-FFF2-40B4-BE49-F238E27FC236}">
                <a16:creationId xmlns:a16="http://schemas.microsoft.com/office/drawing/2014/main" id="{F07375CB-199B-AA96-E1FE-A1F01B6CAB4F}"/>
              </a:ext>
            </a:extLst>
          </p:cNvPr>
          <p:cNvPicPr>
            <a:picLocks noChangeAspect="1"/>
          </p:cNvPicPr>
          <p:nvPr/>
        </p:nvPicPr>
        <p:blipFill>
          <a:blip r:embed="rId2"/>
          <a:stretch>
            <a:fillRect/>
          </a:stretch>
        </p:blipFill>
        <p:spPr>
          <a:xfrm>
            <a:off x="10947400" y="640661"/>
            <a:ext cx="812800" cy="812800"/>
          </a:xfrm>
          <a:prstGeom prst="rect">
            <a:avLst/>
          </a:prstGeom>
        </p:spPr>
      </p:pic>
      <p:sp>
        <p:nvSpPr>
          <p:cNvPr id="6" name="TextBox 5">
            <a:extLst>
              <a:ext uri="{FF2B5EF4-FFF2-40B4-BE49-F238E27FC236}">
                <a16:creationId xmlns:a16="http://schemas.microsoft.com/office/drawing/2014/main" id="{EA9EEB44-C97C-C75B-1AEA-0B0B726BBEC0}"/>
              </a:ext>
            </a:extLst>
          </p:cNvPr>
          <p:cNvSpPr txBox="1"/>
          <p:nvPr/>
        </p:nvSpPr>
        <p:spPr>
          <a:xfrm>
            <a:off x="5246678" y="5781845"/>
            <a:ext cx="184731" cy="671915"/>
          </a:xfrm>
          <a:prstGeom prst="rect">
            <a:avLst/>
          </a:prstGeom>
          <a:noFill/>
        </p:spPr>
        <p:txBody>
          <a:bodyPr wrap="none" rtlCol="0">
            <a:spAutoFit/>
          </a:bodyPr>
          <a:lstStyle/>
          <a:p>
            <a:pPr algn="ctr">
              <a:lnSpc>
                <a:spcPct val="107000"/>
              </a:lnSpc>
              <a:spcAft>
                <a:spcPts val="800"/>
              </a:spcAft>
            </a:pPr>
            <a:br>
              <a:rPr lang="en-IN" sz="1800" b="1" dirty="0">
                <a:effectLst/>
                <a:latin typeface="Times New Roman" panose="02020603050405020304" pitchFamily="18" charset="0"/>
                <a:ea typeface="Times New Roman" panose="02020603050405020304" pitchFamily="18" charset="0"/>
              </a:rPr>
            </a:br>
            <a:endParaRPr lang="en-US" dirty="0"/>
          </a:p>
        </p:txBody>
      </p:sp>
      <p:sp>
        <p:nvSpPr>
          <p:cNvPr id="8" name="Rectangle 3">
            <a:extLst>
              <a:ext uri="{FF2B5EF4-FFF2-40B4-BE49-F238E27FC236}">
                <a16:creationId xmlns:a16="http://schemas.microsoft.com/office/drawing/2014/main" id="{34CC713C-F724-869C-B015-B5FBBDE0DA8F}"/>
              </a:ext>
            </a:extLst>
          </p:cNvPr>
          <p:cNvSpPr>
            <a:spLocks noChangeArrowheads="1"/>
          </p:cNvSpPr>
          <p:nvPr/>
        </p:nvSpPr>
        <p:spPr bwMode="auto">
          <a:xfrm>
            <a:off x="0" y="506983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3">
            <a:extLst>
              <a:ext uri="{FF2B5EF4-FFF2-40B4-BE49-F238E27FC236}">
                <a16:creationId xmlns:a16="http://schemas.microsoft.com/office/drawing/2014/main" id="{0CAA413B-65EC-71A7-54EF-568EF5CEA9F7}"/>
              </a:ext>
            </a:extLst>
          </p:cNvPr>
          <p:cNvSpPr>
            <a:spLocks noChangeArrowheads="1"/>
          </p:cNvSpPr>
          <p:nvPr/>
        </p:nvSpPr>
        <p:spPr bwMode="auto">
          <a:xfrm>
            <a:off x="156759" y="5828815"/>
            <a:ext cx="12035241" cy="548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12" name="Rectangle 6">
            <a:extLst>
              <a:ext uri="{FF2B5EF4-FFF2-40B4-BE49-F238E27FC236}">
                <a16:creationId xmlns:a16="http://schemas.microsoft.com/office/drawing/2014/main" id="{24973563-B678-8566-6476-26499585B8DF}"/>
              </a:ext>
            </a:extLst>
          </p:cNvPr>
          <p:cNvSpPr>
            <a:spLocks noChangeArrowheads="1"/>
          </p:cNvSpPr>
          <p:nvPr/>
        </p:nvSpPr>
        <p:spPr bwMode="auto">
          <a:xfrm>
            <a:off x="0" y="5373784"/>
            <a:ext cx="1160584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sz="1600"/>
          </a:p>
        </p:txBody>
      </p:sp>
      <p:sp>
        <p:nvSpPr>
          <p:cNvPr id="14" name="Rectangle 8">
            <a:extLst>
              <a:ext uri="{FF2B5EF4-FFF2-40B4-BE49-F238E27FC236}">
                <a16:creationId xmlns:a16="http://schemas.microsoft.com/office/drawing/2014/main" id="{91CDF843-A84E-347F-AAB5-62C77992738E}"/>
              </a:ext>
            </a:extLst>
          </p:cNvPr>
          <p:cNvSpPr>
            <a:spLocks noChangeArrowheads="1"/>
          </p:cNvSpPr>
          <p:nvPr/>
        </p:nvSpPr>
        <p:spPr bwMode="auto">
          <a:xfrm>
            <a:off x="-13714" y="2030115"/>
            <a:ext cx="10705514"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rPr>
              <a:t>5.  Voting Ensemble</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rPr>
              <a:t>We combined multiple models using a Voting Classifier to take advantage of the strengths of each. By aggregating predictions, the ensemble provided better generalization than individual models and smoothed out inconsistencies.</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pic>
        <p:nvPicPr>
          <p:cNvPr id="8199" name="Picture 1">
            <a:extLst>
              <a:ext uri="{FF2B5EF4-FFF2-40B4-BE49-F238E27FC236}">
                <a16:creationId xmlns:a16="http://schemas.microsoft.com/office/drawing/2014/main" id="{1F75DB59-BB00-BB97-1680-D54CD9DD00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439" y="3039116"/>
            <a:ext cx="11760200" cy="3119212"/>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9">
            <a:extLst>
              <a:ext uri="{FF2B5EF4-FFF2-40B4-BE49-F238E27FC236}">
                <a16:creationId xmlns:a16="http://schemas.microsoft.com/office/drawing/2014/main" id="{0BC3CC61-FA57-807C-6D92-94D30AA93DED}"/>
              </a:ext>
            </a:extLst>
          </p:cNvPr>
          <p:cNvSpPr>
            <a:spLocks noChangeArrowheads="1"/>
          </p:cNvSpPr>
          <p:nvPr/>
        </p:nvSpPr>
        <p:spPr bwMode="auto">
          <a:xfrm>
            <a:off x="0" y="5891429"/>
            <a:ext cx="1070551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9258140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2FFAF-A999-21D3-993E-804C0DE0953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2472128-75AB-F067-C2D7-76AB8F6DF4F4}"/>
              </a:ext>
            </a:extLst>
          </p:cNvPr>
          <p:cNvSpPr>
            <a:spLocks noGrp="1"/>
          </p:cNvSpPr>
          <p:nvPr>
            <p:ph type="sldNum" sz="quarter" idx="12"/>
          </p:nvPr>
        </p:nvSpPr>
        <p:spPr/>
        <p:txBody>
          <a:bodyPr/>
          <a:lstStyle/>
          <a:p>
            <a:fld id="{7B1AD4E9-9375-4978-A563-9EBD39E6D713}" type="slidenum">
              <a:rPr lang="en-US" smtClean="0"/>
              <a:t>17</a:t>
            </a:fld>
            <a:endParaRPr lang="en-US"/>
          </a:p>
        </p:txBody>
      </p:sp>
      <p:sp>
        <p:nvSpPr>
          <p:cNvPr id="7" name="TextBox 6">
            <a:extLst>
              <a:ext uri="{FF2B5EF4-FFF2-40B4-BE49-F238E27FC236}">
                <a16:creationId xmlns:a16="http://schemas.microsoft.com/office/drawing/2014/main" id="{21E540B1-CF64-5F31-E74D-9EC492A969AC}"/>
              </a:ext>
            </a:extLst>
          </p:cNvPr>
          <p:cNvSpPr txBox="1"/>
          <p:nvPr/>
        </p:nvSpPr>
        <p:spPr>
          <a:xfrm>
            <a:off x="0" y="1434009"/>
            <a:ext cx="12071065" cy="954107"/>
          </a:xfrm>
          <a:prstGeom prst="rect">
            <a:avLst/>
          </a:prstGeom>
          <a:noFill/>
        </p:spPr>
        <p:txBody>
          <a:bodyPr wrap="square" rtlCol="0">
            <a:spAutoFit/>
          </a:bodyPr>
          <a:lstStyle/>
          <a:p>
            <a:pPr marL="457200" indent="-457200">
              <a:buFont typeface="Courier New" panose="02070309020205020404" pitchFamily="49" charset="0"/>
              <a:buChar char="o"/>
            </a:pPr>
            <a:r>
              <a:rPr lang="en-IN" sz="2800" b="1" dirty="0"/>
              <a:t>5.1 Results obtained:</a:t>
            </a:r>
            <a:endParaRPr lang="en-IN" sz="2800" dirty="0"/>
          </a:p>
          <a:p>
            <a:endParaRPr lang="en-IN" sz="1400" dirty="0"/>
          </a:p>
          <a:p>
            <a:pPr marL="285750" indent="-285750">
              <a:buFont typeface="Courier New" panose="02070309020205020404" pitchFamily="49" charset="0"/>
              <a:buChar char="o"/>
            </a:pPr>
            <a:endParaRPr lang="en-IN" sz="1400" b="1" dirty="0"/>
          </a:p>
        </p:txBody>
      </p:sp>
      <p:sp>
        <p:nvSpPr>
          <p:cNvPr id="13" name="TextBox 12">
            <a:extLst>
              <a:ext uri="{FF2B5EF4-FFF2-40B4-BE49-F238E27FC236}">
                <a16:creationId xmlns:a16="http://schemas.microsoft.com/office/drawing/2014/main" id="{C3DCCCC0-92B0-D997-601E-455679752A47}"/>
              </a:ext>
            </a:extLst>
          </p:cNvPr>
          <p:cNvSpPr txBox="1"/>
          <p:nvPr/>
        </p:nvSpPr>
        <p:spPr>
          <a:xfrm>
            <a:off x="791570" y="4285397"/>
            <a:ext cx="184731" cy="369332"/>
          </a:xfrm>
          <a:prstGeom prst="rect">
            <a:avLst/>
          </a:prstGeom>
          <a:noFill/>
        </p:spPr>
        <p:txBody>
          <a:bodyPr wrap="none" rtlCol="0">
            <a:spAutoFit/>
          </a:bodyPr>
          <a:lstStyle/>
          <a:p>
            <a:endParaRPr lang="en-US" dirty="0"/>
          </a:p>
        </p:txBody>
      </p:sp>
      <p:pic>
        <p:nvPicPr>
          <p:cNvPr id="3" name="Picture 2">
            <a:extLst>
              <a:ext uri="{FF2B5EF4-FFF2-40B4-BE49-F238E27FC236}">
                <a16:creationId xmlns:a16="http://schemas.microsoft.com/office/drawing/2014/main" id="{8B51A97D-2AEA-3FAF-CBA8-00D78D52100F}"/>
              </a:ext>
            </a:extLst>
          </p:cNvPr>
          <p:cNvPicPr>
            <a:picLocks noChangeAspect="1"/>
          </p:cNvPicPr>
          <p:nvPr/>
        </p:nvPicPr>
        <p:blipFill>
          <a:blip r:embed="rId2"/>
          <a:stretch>
            <a:fillRect/>
          </a:stretch>
        </p:blipFill>
        <p:spPr>
          <a:xfrm>
            <a:off x="10947400" y="621209"/>
            <a:ext cx="812800" cy="812800"/>
          </a:xfrm>
          <a:prstGeom prst="rect">
            <a:avLst/>
          </a:prstGeom>
        </p:spPr>
      </p:pic>
      <p:sp>
        <p:nvSpPr>
          <p:cNvPr id="8" name="Rectangle 2">
            <a:extLst>
              <a:ext uri="{FF2B5EF4-FFF2-40B4-BE49-F238E27FC236}">
                <a16:creationId xmlns:a16="http://schemas.microsoft.com/office/drawing/2014/main" id="{BEECCBF7-4468-27F7-9EAE-40AE60617CA2}"/>
              </a:ext>
            </a:extLst>
          </p:cNvPr>
          <p:cNvSpPr>
            <a:spLocks noChangeArrowheads="1"/>
          </p:cNvSpPr>
          <p:nvPr/>
        </p:nvSpPr>
        <p:spPr bwMode="auto">
          <a:xfrm>
            <a:off x="0" y="1979637"/>
            <a:ext cx="12192000" cy="5350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spcAft>
                <a:spcPts val="800"/>
              </a:spcAf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After training and evaluating multiple machine learning models, we obtained insightful results that validated our approach. Among all models tested, Logistic Regression performed the best in terms of AUC (0.7025), followed by Random Forest (AUC 0.6837). Other models like SVM, Gradient Boosting, and the Voting Classifier also showed competitive performance.</a:t>
            </a:r>
          </a:p>
          <a:p>
            <a:pPr>
              <a:lnSpc>
                <a:spcPct val="150000"/>
              </a:lnSpc>
              <a:spcAft>
                <a:spcPts val="800"/>
              </a:spcAf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Our Neural Network model achieved a training accuracy of 85%, but the validation accuracy plateaued around 74%, indicating some overfitting. Despite that, it maintained a strong AUC (~0.9), showing it could distinguish between classes effectively.</a:t>
            </a:r>
          </a:p>
          <a:p>
            <a:pPr>
              <a:lnSpc>
                <a:spcPct val="150000"/>
              </a:lnSpc>
              <a:spcAft>
                <a:spcPts val="800"/>
              </a:spcAf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We further evaluated the models using confusion matrices, classification reports, and ROC curves. The optimal threshold was identified around 0.5, where both precision and recall were balanced.</a:t>
            </a:r>
          </a:p>
          <a:p>
            <a:pPr>
              <a:lnSpc>
                <a:spcPct val="150000"/>
              </a:lnSpc>
              <a:spcAft>
                <a:spcPts val="800"/>
              </a:spcAf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In our prototype test, the system predicted the IPO of MRF to be profitable with a listing gain of 31.24%, a predicted opening price of ₹59.06, and a 72% confidence from the ensemble model. Based on these insights, the system gave a Moderate BUY recommendation.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478452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A844730E-38DD-9129-8931-EF720F72A58E}"/>
              </a:ext>
            </a:extLst>
          </p:cNvPr>
          <p:cNvSpPr>
            <a:spLocks noChangeArrowheads="1"/>
          </p:cNvSpPr>
          <p:nvPr/>
        </p:nvSpPr>
        <p:spPr bwMode="auto">
          <a:xfrm>
            <a:off x="375554" y="1199271"/>
            <a:ext cx="5237455" cy="469509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R="0" fontAlgn="base">
              <a:lnSpc>
                <a:spcPct val="90000"/>
              </a:lnSpc>
              <a:spcBef>
                <a:spcPts val="1000"/>
              </a:spcBef>
              <a:spcAft>
                <a:spcPct val="0"/>
              </a:spcAft>
              <a:buClrTx/>
              <a:buSzTx/>
              <a:tabLst/>
            </a:pPr>
            <a:endParaRPr kumimoji="0" lang="en-US" altLang="en-US" sz="1600" b="0" i="0" u="none" strike="noStrike" kern="1200" cap="none" normalizeH="0" baseline="0" dirty="0">
              <a:ln>
                <a:noFill/>
              </a:ln>
              <a:effectLst/>
              <a:latin typeface="+mn-lt"/>
              <a:ea typeface="+mn-ea"/>
              <a:cs typeface="+mn-cs"/>
            </a:endParaRPr>
          </a:p>
          <a:p>
            <a:pPr marL="285750" marR="0" indent="-285750" fontAlgn="base">
              <a:lnSpc>
                <a:spcPct val="90000"/>
              </a:lnSpc>
              <a:spcBef>
                <a:spcPts val="1000"/>
              </a:spcBef>
              <a:spcAft>
                <a:spcPct val="0"/>
              </a:spcAft>
              <a:buClrTx/>
              <a:buSzTx/>
              <a:buFont typeface="Arial" panose="020B0604020202020204" pitchFamily="34" charset="0"/>
              <a:buChar char="•"/>
              <a:tabLst/>
            </a:pPr>
            <a:r>
              <a:rPr kumimoji="0" lang="en-US" altLang="en-US" sz="1600" b="1" i="0" u="none" strike="noStrike" kern="1200" cap="none" normalizeH="0" baseline="0" dirty="0">
                <a:ln>
                  <a:noFill/>
                </a:ln>
                <a:effectLst/>
                <a:latin typeface="+mn-lt"/>
                <a:ea typeface="+mn-ea"/>
                <a:cs typeface="+mn-cs"/>
              </a:rPr>
              <a:t>Confusion Matrix </a:t>
            </a:r>
            <a:br>
              <a:rPr kumimoji="0" lang="en-US" altLang="en-US" sz="1600" b="1" i="0" u="none" strike="noStrike" kern="1200" cap="none" normalizeH="0" baseline="0" dirty="0">
                <a:ln>
                  <a:noFill/>
                </a:ln>
                <a:effectLst/>
                <a:latin typeface="+mn-lt"/>
                <a:ea typeface="+mn-ea"/>
                <a:cs typeface="+mn-cs"/>
              </a:rPr>
            </a:br>
            <a:br>
              <a:rPr kumimoji="0" lang="en-US" altLang="en-US" sz="1600" b="1" i="0" u="none" strike="noStrike" kern="1200" cap="none" normalizeH="0" baseline="0" dirty="0">
                <a:ln>
                  <a:noFill/>
                </a:ln>
                <a:effectLst/>
                <a:latin typeface="+mn-lt"/>
                <a:ea typeface="+mn-ea"/>
                <a:cs typeface="+mn-cs"/>
              </a:rPr>
            </a:br>
            <a:r>
              <a:rPr lang="en-IN" sz="1800" kern="100" dirty="0">
                <a:effectLst/>
                <a:latin typeface="Aptos" panose="020B0004020202020204" pitchFamily="34" charset="0"/>
                <a:ea typeface="Aptos" panose="020B0004020202020204" pitchFamily="34" charset="0"/>
                <a:cs typeface="Times New Roman" panose="02020603050405020304" pitchFamily="18" charset="0"/>
              </a:rPr>
              <a:t>The confusion matrix shows 22 correct predictions each for both profitable and not profitable cases. There are 7 false positives and 13 false negatives. The model performs reasonably but struggles more with identifying profitable instances, as indicated by the higher number of false negatives compared to false positives.</a:t>
            </a:r>
          </a:p>
          <a:p>
            <a:pPr marR="0" fontAlgn="base">
              <a:lnSpc>
                <a:spcPct val="90000"/>
              </a:lnSpc>
              <a:spcBef>
                <a:spcPts val="1000"/>
              </a:spcBef>
              <a:spcAft>
                <a:spcPct val="0"/>
              </a:spcAft>
              <a:buClrTx/>
              <a:buSzTx/>
              <a:tabLst/>
            </a:pPr>
            <a:endParaRPr kumimoji="0" lang="en-US" altLang="en-US" sz="1600" b="0" i="0" u="none" strike="noStrike" kern="1200" cap="none" normalizeH="0" baseline="0" dirty="0">
              <a:ln>
                <a:noFill/>
              </a:ln>
              <a:effectLst/>
              <a:latin typeface="+mn-lt"/>
              <a:ea typeface="+mn-ea"/>
              <a:cs typeface="+mn-cs"/>
            </a:endParaRPr>
          </a:p>
        </p:txBody>
      </p:sp>
      <p:sp>
        <p:nvSpPr>
          <p:cNvPr id="2" name="Slide Number Placeholder 1">
            <a:extLst>
              <a:ext uri="{FF2B5EF4-FFF2-40B4-BE49-F238E27FC236}">
                <a16:creationId xmlns:a16="http://schemas.microsoft.com/office/drawing/2014/main" id="{5FD4B1DB-E548-5F55-16A2-757B69EB9C88}"/>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7B1AD4E9-9375-4978-A563-9EBD39E6D713}" type="slidenum">
              <a:rPr lang="en-US" smtClean="0"/>
              <a:pPr>
                <a:spcAft>
                  <a:spcPts val="600"/>
                </a:spcAft>
              </a:pPr>
              <a:t>18</a:t>
            </a:fld>
            <a:endParaRPr lang="en-US"/>
          </a:p>
        </p:txBody>
      </p:sp>
      <p:pic>
        <p:nvPicPr>
          <p:cNvPr id="5" name="Picture 4">
            <a:extLst>
              <a:ext uri="{FF2B5EF4-FFF2-40B4-BE49-F238E27FC236}">
                <a16:creationId xmlns:a16="http://schemas.microsoft.com/office/drawing/2014/main" id="{D6A325C7-94E2-6C5B-0452-78C173098FB1}"/>
              </a:ext>
            </a:extLst>
          </p:cNvPr>
          <p:cNvPicPr>
            <a:picLocks noChangeAspect="1"/>
          </p:cNvPicPr>
          <p:nvPr/>
        </p:nvPicPr>
        <p:blipFill>
          <a:blip r:embed="rId2"/>
          <a:stretch>
            <a:fillRect/>
          </a:stretch>
        </p:blipFill>
        <p:spPr>
          <a:xfrm>
            <a:off x="5889039" y="868753"/>
            <a:ext cx="5731510" cy="4867275"/>
          </a:xfrm>
          <a:prstGeom prst="rect">
            <a:avLst/>
          </a:prstGeom>
        </p:spPr>
      </p:pic>
    </p:spTree>
    <p:extLst>
      <p:ext uri="{BB962C8B-B14F-4D97-AF65-F5344CB8AC3E}">
        <p14:creationId xmlns:p14="http://schemas.microsoft.com/office/powerpoint/2010/main" val="9638937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12C37-9C32-7F81-E0F3-DE1929A8CD9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A373C70-8A9E-D042-0169-2402571DBB0A}"/>
              </a:ext>
            </a:extLst>
          </p:cNvPr>
          <p:cNvSpPr>
            <a:spLocks noGrp="1"/>
          </p:cNvSpPr>
          <p:nvPr>
            <p:ph type="sldNum" sz="quarter" idx="12"/>
          </p:nvPr>
        </p:nvSpPr>
        <p:spPr/>
        <p:txBody>
          <a:bodyPr/>
          <a:lstStyle/>
          <a:p>
            <a:fld id="{7B1AD4E9-9375-4978-A563-9EBD39E6D713}" type="slidenum">
              <a:rPr lang="en-US" smtClean="0"/>
              <a:t>19</a:t>
            </a:fld>
            <a:endParaRPr lang="en-US"/>
          </a:p>
        </p:txBody>
      </p:sp>
      <p:sp>
        <p:nvSpPr>
          <p:cNvPr id="13" name="TextBox 12">
            <a:extLst>
              <a:ext uri="{FF2B5EF4-FFF2-40B4-BE49-F238E27FC236}">
                <a16:creationId xmlns:a16="http://schemas.microsoft.com/office/drawing/2014/main" id="{157A32DC-A50D-0541-D4D9-4ED4D6E0B43B}"/>
              </a:ext>
            </a:extLst>
          </p:cNvPr>
          <p:cNvSpPr txBox="1"/>
          <p:nvPr/>
        </p:nvSpPr>
        <p:spPr>
          <a:xfrm>
            <a:off x="791570" y="4285397"/>
            <a:ext cx="184731" cy="369332"/>
          </a:xfrm>
          <a:prstGeom prst="rect">
            <a:avLst/>
          </a:prstGeom>
          <a:noFill/>
        </p:spPr>
        <p:txBody>
          <a:bodyPr wrap="none" rtlCol="0">
            <a:spAutoFit/>
          </a:bodyPr>
          <a:lstStyle/>
          <a:p>
            <a:endParaRPr lang="en-US" dirty="0"/>
          </a:p>
        </p:txBody>
      </p:sp>
      <p:pic>
        <p:nvPicPr>
          <p:cNvPr id="3" name="Picture 2">
            <a:extLst>
              <a:ext uri="{FF2B5EF4-FFF2-40B4-BE49-F238E27FC236}">
                <a16:creationId xmlns:a16="http://schemas.microsoft.com/office/drawing/2014/main" id="{7E487942-8ACC-0314-2DEC-47E5148BE935}"/>
              </a:ext>
            </a:extLst>
          </p:cNvPr>
          <p:cNvPicPr>
            <a:picLocks noChangeAspect="1"/>
          </p:cNvPicPr>
          <p:nvPr/>
        </p:nvPicPr>
        <p:blipFill>
          <a:blip r:embed="rId2"/>
          <a:stretch>
            <a:fillRect/>
          </a:stretch>
        </p:blipFill>
        <p:spPr>
          <a:xfrm>
            <a:off x="10947400" y="620595"/>
            <a:ext cx="812800" cy="812800"/>
          </a:xfrm>
          <a:prstGeom prst="rect">
            <a:avLst/>
          </a:prstGeom>
        </p:spPr>
      </p:pic>
      <p:sp>
        <p:nvSpPr>
          <p:cNvPr id="8" name="Rectangle 2">
            <a:extLst>
              <a:ext uri="{FF2B5EF4-FFF2-40B4-BE49-F238E27FC236}">
                <a16:creationId xmlns:a16="http://schemas.microsoft.com/office/drawing/2014/main" id="{BE058F09-305B-5EB6-0624-310442A6A978}"/>
              </a:ext>
            </a:extLst>
          </p:cNvPr>
          <p:cNvSpPr>
            <a:spLocks noChangeArrowheads="1"/>
          </p:cNvSpPr>
          <p:nvPr/>
        </p:nvSpPr>
        <p:spPr bwMode="auto">
          <a:xfrm>
            <a:off x="0" y="1286764"/>
            <a:ext cx="16584154" cy="1418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indent="-285750">
              <a:lnSpc>
                <a:spcPct val="150000"/>
              </a:lnSpc>
              <a:spcAft>
                <a:spcPts val="800"/>
              </a:spcAft>
              <a:buFont typeface="Arial" panose="020B0604020202020204" pitchFamily="34" charset="0"/>
              <a:buChar char="•"/>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ROC CURVE—</a:t>
            </a:r>
            <a:br>
              <a:rPr lang="en-US" b="1" kern="100" dirty="0">
                <a:latin typeface="Aptos" panose="020B0004020202020204" pitchFamily="34" charset="0"/>
                <a:ea typeface="Aptos" panose="020B0004020202020204" pitchFamily="34" charset="0"/>
                <a:cs typeface="Times New Roman" panose="02020603050405020304" pitchFamily="18" charset="0"/>
              </a:rPr>
            </a:br>
            <a:endParaRPr kumimoji="0" lang="en-US" altLang="en-US" sz="11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6D1EF16D-6E8F-7C89-4B61-32BE2D971677}"/>
              </a:ext>
            </a:extLst>
          </p:cNvPr>
          <p:cNvPicPr>
            <a:picLocks noChangeAspect="1"/>
          </p:cNvPicPr>
          <p:nvPr/>
        </p:nvPicPr>
        <p:blipFill>
          <a:blip r:embed="rId3"/>
          <a:stretch>
            <a:fillRect/>
          </a:stretch>
        </p:blipFill>
        <p:spPr>
          <a:xfrm>
            <a:off x="177556" y="2152313"/>
            <a:ext cx="5731510" cy="4635500"/>
          </a:xfrm>
          <a:prstGeom prst="rect">
            <a:avLst/>
          </a:prstGeom>
        </p:spPr>
      </p:pic>
      <p:sp>
        <p:nvSpPr>
          <p:cNvPr id="7" name="TextBox 6">
            <a:extLst>
              <a:ext uri="{FF2B5EF4-FFF2-40B4-BE49-F238E27FC236}">
                <a16:creationId xmlns:a16="http://schemas.microsoft.com/office/drawing/2014/main" id="{D1A23753-3871-B989-00DC-113136594450}"/>
              </a:ext>
            </a:extLst>
          </p:cNvPr>
          <p:cNvSpPr txBox="1"/>
          <p:nvPr/>
        </p:nvSpPr>
        <p:spPr>
          <a:xfrm>
            <a:off x="5909065" y="1433396"/>
            <a:ext cx="6105379" cy="5268558"/>
          </a:xfrm>
          <a:prstGeom prst="rect">
            <a:avLst/>
          </a:prstGeom>
          <a:noFill/>
        </p:spPr>
        <p:txBody>
          <a:bodyPr wrap="square">
            <a:spAutoFit/>
          </a:bodyPr>
          <a:lstStyle/>
          <a:p>
            <a:pPr>
              <a:lnSpc>
                <a:spcPct val="150000"/>
              </a:lnSpc>
              <a:spcAft>
                <a:spcPts val="800"/>
              </a:spcAft>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This ROC (Receiver Operating Characteristic) curve compares the performance of five classification models: Random Forest, Gradient Boosting, Logistic Regression, SVM, and a Voting Ensemble. The ROC curve plots the </a:t>
            </a:r>
            <a:r>
              <a:rPr lang="en-IN" sz="1600" b="1" kern="100" dirty="0">
                <a:effectLst/>
                <a:latin typeface="Aptos" panose="020B0004020202020204" pitchFamily="34" charset="0"/>
                <a:ea typeface="Aptos" panose="020B0004020202020204" pitchFamily="34" charset="0"/>
                <a:cs typeface="Times New Roman" panose="02020603050405020304" pitchFamily="18" charset="0"/>
              </a:rPr>
              <a:t>True Positive Rate (TPR)</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against the </a:t>
            </a:r>
            <a:r>
              <a:rPr lang="en-IN" sz="1600" b="1" kern="100" dirty="0">
                <a:effectLst/>
                <a:latin typeface="Aptos" panose="020B0004020202020204" pitchFamily="34" charset="0"/>
                <a:ea typeface="Aptos" panose="020B0004020202020204" pitchFamily="34" charset="0"/>
                <a:cs typeface="Times New Roman" panose="02020603050405020304" pitchFamily="18" charset="0"/>
              </a:rPr>
              <a:t>False Positive Rate (FPR)</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at various threshold levels. A model with a curve closer to the top-left corner performs better, as it achieves higher TPR while maintaining low FPR.</a:t>
            </a:r>
          </a:p>
          <a:p>
            <a:pPr>
              <a:lnSpc>
                <a:spcPct val="150000"/>
              </a:lnSpc>
              <a:spcAft>
                <a:spcPts val="800"/>
              </a:spcAft>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The </a:t>
            </a:r>
            <a:r>
              <a:rPr lang="en-IN" sz="1600" b="1" kern="100" dirty="0">
                <a:effectLst/>
                <a:latin typeface="Aptos" panose="020B0004020202020204" pitchFamily="34" charset="0"/>
                <a:ea typeface="Aptos" panose="020B0004020202020204" pitchFamily="34" charset="0"/>
                <a:cs typeface="Times New Roman" panose="02020603050405020304" pitchFamily="18" charset="0"/>
              </a:rPr>
              <a:t>AUC (Area Under Curve)</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values indicate overall model performance:</a:t>
            </a:r>
          </a:p>
          <a:p>
            <a:pPr marL="342900" lvl="0" indent="-342900">
              <a:lnSpc>
                <a:spcPct val="150000"/>
              </a:lnSpc>
              <a:spcAft>
                <a:spcPts val="800"/>
              </a:spcAft>
              <a:buSzPts val="1000"/>
              <a:buFont typeface="Symbol" pitchFamily="2" charset="2"/>
              <a:buChar char=""/>
              <a:tabLst>
                <a:tab pos="457200" algn="l"/>
              </a:tabLs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Logistic Regression</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performs the best with an AUC of </a:t>
            </a:r>
            <a:r>
              <a:rPr lang="en-IN" sz="1600" b="1" kern="100" dirty="0">
                <a:effectLst/>
                <a:latin typeface="Aptos" panose="020B0004020202020204" pitchFamily="34" charset="0"/>
                <a:ea typeface="Aptos" panose="020B0004020202020204" pitchFamily="34" charset="0"/>
                <a:cs typeface="Times New Roman" panose="02020603050405020304" pitchFamily="18" charset="0"/>
              </a:rPr>
              <a:t>0.7025</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a:t>
            </a:r>
          </a:p>
          <a:p>
            <a:pPr marL="342900" lvl="0" indent="-342900">
              <a:lnSpc>
                <a:spcPct val="150000"/>
              </a:lnSpc>
              <a:spcAft>
                <a:spcPts val="800"/>
              </a:spcAft>
              <a:buSzPts val="1000"/>
              <a:buFont typeface="Symbol" pitchFamily="2" charset="2"/>
              <a:buChar char=""/>
              <a:tabLst>
                <a:tab pos="457200" algn="l"/>
              </a:tabLs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Random Forest</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follows with an AUC of </a:t>
            </a:r>
            <a:r>
              <a:rPr lang="en-IN" sz="1600" b="1" kern="100" dirty="0">
                <a:effectLst/>
                <a:latin typeface="Aptos" panose="020B0004020202020204" pitchFamily="34" charset="0"/>
                <a:ea typeface="Aptos" panose="020B0004020202020204" pitchFamily="34" charset="0"/>
                <a:cs typeface="Times New Roman" panose="02020603050405020304" pitchFamily="18" charset="0"/>
              </a:rPr>
              <a:t>0.6837</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a:t>
            </a:r>
          </a:p>
          <a:p>
            <a:pPr marL="342900" lvl="0" indent="-342900">
              <a:lnSpc>
                <a:spcPct val="150000"/>
              </a:lnSpc>
              <a:spcAft>
                <a:spcPts val="800"/>
              </a:spcAft>
              <a:buSzPts val="1000"/>
              <a:buFont typeface="Symbol" pitchFamily="2" charset="2"/>
              <a:buChar char=""/>
              <a:tabLst>
                <a:tab pos="457200" algn="l"/>
              </a:tabLst>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Other models—</a:t>
            </a:r>
            <a:r>
              <a:rPr lang="en-IN" sz="1600" b="1" kern="100" dirty="0">
                <a:effectLst/>
                <a:latin typeface="Aptos" panose="020B0004020202020204" pitchFamily="34" charset="0"/>
                <a:ea typeface="Aptos" panose="020B0004020202020204" pitchFamily="34" charset="0"/>
                <a:cs typeface="Times New Roman" panose="02020603050405020304" pitchFamily="18" charset="0"/>
              </a:rPr>
              <a:t>SVM (0.6562)</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a:t>
            </a:r>
            <a:r>
              <a:rPr lang="en-IN" sz="1600" b="1" kern="100" dirty="0">
                <a:effectLst/>
                <a:latin typeface="Aptos" panose="020B0004020202020204" pitchFamily="34" charset="0"/>
                <a:ea typeface="Aptos" panose="020B0004020202020204" pitchFamily="34" charset="0"/>
                <a:cs typeface="Times New Roman" panose="02020603050405020304" pitchFamily="18" charset="0"/>
              </a:rPr>
              <a:t>Voting Ensemble (0.6611)</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and </a:t>
            </a:r>
            <a:r>
              <a:rPr lang="en-IN" sz="1600" b="1" kern="100" dirty="0">
                <a:effectLst/>
                <a:latin typeface="Aptos" panose="020B0004020202020204" pitchFamily="34" charset="0"/>
                <a:ea typeface="Aptos" panose="020B0004020202020204" pitchFamily="34" charset="0"/>
                <a:cs typeface="Times New Roman" panose="02020603050405020304" pitchFamily="18" charset="0"/>
              </a:rPr>
              <a:t>Gradient Boosting (0.6276)</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—show slightly lower performance.</a:t>
            </a:r>
          </a:p>
        </p:txBody>
      </p:sp>
    </p:spTree>
    <p:extLst>
      <p:ext uri="{BB962C8B-B14F-4D97-AF65-F5344CB8AC3E}">
        <p14:creationId xmlns:p14="http://schemas.microsoft.com/office/powerpoint/2010/main" val="9020361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B8C18-C477-7500-AA03-EFA9D496CE4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D76D60A-CE26-F94F-713D-D937E72B1C19}"/>
              </a:ext>
            </a:extLst>
          </p:cNvPr>
          <p:cNvSpPr>
            <a:spLocks noGrp="1"/>
          </p:cNvSpPr>
          <p:nvPr>
            <p:ph type="sldNum" sz="quarter" idx="12"/>
          </p:nvPr>
        </p:nvSpPr>
        <p:spPr/>
        <p:txBody>
          <a:bodyPr/>
          <a:lstStyle/>
          <a:p>
            <a:fld id="{7B1AD4E9-9375-4978-A563-9EBD39E6D713}" type="slidenum">
              <a:rPr lang="en-US" smtClean="0"/>
              <a:t>20</a:t>
            </a:fld>
            <a:endParaRPr lang="en-US"/>
          </a:p>
        </p:txBody>
      </p:sp>
      <p:sp>
        <p:nvSpPr>
          <p:cNvPr id="13" name="TextBox 12">
            <a:extLst>
              <a:ext uri="{FF2B5EF4-FFF2-40B4-BE49-F238E27FC236}">
                <a16:creationId xmlns:a16="http://schemas.microsoft.com/office/drawing/2014/main" id="{8906947A-4B32-78CA-A4D6-06AFFF8D34BE}"/>
              </a:ext>
            </a:extLst>
          </p:cNvPr>
          <p:cNvSpPr txBox="1"/>
          <p:nvPr/>
        </p:nvSpPr>
        <p:spPr>
          <a:xfrm>
            <a:off x="791570" y="4285397"/>
            <a:ext cx="184731" cy="369332"/>
          </a:xfrm>
          <a:prstGeom prst="rect">
            <a:avLst/>
          </a:prstGeom>
          <a:noFill/>
        </p:spPr>
        <p:txBody>
          <a:bodyPr wrap="none" rtlCol="0">
            <a:spAutoFit/>
          </a:bodyPr>
          <a:lstStyle/>
          <a:p>
            <a:endParaRPr lang="en-US" dirty="0"/>
          </a:p>
        </p:txBody>
      </p:sp>
      <p:sp>
        <p:nvSpPr>
          <p:cNvPr id="5" name="TextBox 4">
            <a:extLst>
              <a:ext uri="{FF2B5EF4-FFF2-40B4-BE49-F238E27FC236}">
                <a16:creationId xmlns:a16="http://schemas.microsoft.com/office/drawing/2014/main" id="{42EAAF53-5DAE-169A-E23E-0427CE675410}"/>
              </a:ext>
            </a:extLst>
          </p:cNvPr>
          <p:cNvSpPr txBox="1"/>
          <p:nvPr/>
        </p:nvSpPr>
        <p:spPr>
          <a:xfrm>
            <a:off x="213080" y="1419746"/>
            <a:ext cx="3486724" cy="1041311"/>
          </a:xfrm>
          <a:prstGeom prst="rect">
            <a:avLst/>
          </a:prstGeom>
          <a:noFill/>
        </p:spPr>
        <p:txBody>
          <a:bodyPr wrap="none" rtlCol="0">
            <a:spAutoFit/>
          </a:bodyPr>
          <a:lstStyle/>
          <a:p>
            <a:pPr marL="285750" indent="-285750">
              <a:lnSpc>
                <a:spcPct val="150000"/>
              </a:lnSpc>
              <a:spcAft>
                <a:spcPts val="800"/>
              </a:spcAft>
              <a:buFont typeface="Arial" panose="020B0604020202020204" pitchFamily="34" charset="0"/>
              <a:buChar char="•"/>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Metrics vs Threshold graph—</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sz="2800" dirty="0"/>
          </a:p>
        </p:txBody>
      </p:sp>
      <p:pic>
        <p:nvPicPr>
          <p:cNvPr id="3" name="Picture 2">
            <a:extLst>
              <a:ext uri="{FF2B5EF4-FFF2-40B4-BE49-F238E27FC236}">
                <a16:creationId xmlns:a16="http://schemas.microsoft.com/office/drawing/2014/main" id="{3ED808A3-079B-6EE0-6A1D-B86177CEADA9}"/>
              </a:ext>
            </a:extLst>
          </p:cNvPr>
          <p:cNvPicPr>
            <a:picLocks noChangeAspect="1"/>
          </p:cNvPicPr>
          <p:nvPr/>
        </p:nvPicPr>
        <p:blipFill>
          <a:blip r:embed="rId2"/>
          <a:stretch>
            <a:fillRect/>
          </a:stretch>
        </p:blipFill>
        <p:spPr>
          <a:xfrm>
            <a:off x="10947400" y="606946"/>
            <a:ext cx="812800" cy="812800"/>
          </a:xfrm>
          <a:prstGeom prst="rect">
            <a:avLst/>
          </a:prstGeom>
        </p:spPr>
      </p:pic>
      <p:pic>
        <p:nvPicPr>
          <p:cNvPr id="6" name="Picture 5">
            <a:extLst>
              <a:ext uri="{FF2B5EF4-FFF2-40B4-BE49-F238E27FC236}">
                <a16:creationId xmlns:a16="http://schemas.microsoft.com/office/drawing/2014/main" id="{BE2A1868-F468-1054-4169-628503A6D3B9}"/>
              </a:ext>
            </a:extLst>
          </p:cNvPr>
          <p:cNvPicPr>
            <a:picLocks noChangeAspect="1"/>
          </p:cNvPicPr>
          <p:nvPr/>
        </p:nvPicPr>
        <p:blipFill>
          <a:blip r:embed="rId3"/>
          <a:stretch>
            <a:fillRect/>
          </a:stretch>
        </p:blipFill>
        <p:spPr>
          <a:xfrm>
            <a:off x="6166339" y="1752454"/>
            <a:ext cx="5731510" cy="3859530"/>
          </a:xfrm>
          <a:prstGeom prst="rect">
            <a:avLst/>
          </a:prstGeom>
        </p:spPr>
      </p:pic>
      <p:sp>
        <p:nvSpPr>
          <p:cNvPr id="7" name="TextBox 6">
            <a:extLst>
              <a:ext uri="{FF2B5EF4-FFF2-40B4-BE49-F238E27FC236}">
                <a16:creationId xmlns:a16="http://schemas.microsoft.com/office/drawing/2014/main" id="{4D02AEE6-9D75-989F-A204-444FA29DB098}"/>
              </a:ext>
            </a:extLst>
          </p:cNvPr>
          <p:cNvSpPr txBox="1"/>
          <p:nvPr/>
        </p:nvSpPr>
        <p:spPr>
          <a:xfrm>
            <a:off x="0" y="2164112"/>
            <a:ext cx="5731511" cy="1815882"/>
          </a:xfrm>
          <a:prstGeom prst="rect">
            <a:avLst/>
          </a:prstGeom>
          <a:noFill/>
        </p:spPr>
        <p:txBody>
          <a:bodyPr wrap="square" rtlCol="0">
            <a:spAutoFit/>
          </a:bodyPr>
          <a:lstStyle/>
          <a:p>
            <a:r>
              <a:rPr lang="en-IN" sz="1600" kern="100" dirty="0">
                <a:effectLst/>
                <a:latin typeface="Aptos" panose="020B0004020202020204" pitchFamily="34" charset="0"/>
                <a:ea typeface="Aptos" panose="020B0004020202020204" pitchFamily="34" charset="0"/>
                <a:cs typeface="Times New Roman" panose="02020603050405020304" pitchFamily="18" charset="0"/>
              </a:rPr>
              <a:t>The graph shows how model metrics vary with threshold. As the threshold increases, precision rises while recall drops sharply. F1-score and accuracy peak around 0.5, indicating it as the optimal threshold. Beyond this, recall deteriorates rapidly, reducing overall model performance despite increased precision.</a:t>
            </a:r>
          </a:p>
          <a:p>
            <a:endParaRPr lang="en-US" sz="1600" dirty="0"/>
          </a:p>
        </p:txBody>
      </p:sp>
    </p:spTree>
    <p:extLst>
      <p:ext uri="{BB962C8B-B14F-4D97-AF65-F5344CB8AC3E}">
        <p14:creationId xmlns:p14="http://schemas.microsoft.com/office/powerpoint/2010/main" val="9533862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6C95C-8F13-6212-EE19-3900C5AFD59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C5A3BB4-D81A-CE52-1C03-905207E70FDF}"/>
              </a:ext>
            </a:extLst>
          </p:cNvPr>
          <p:cNvSpPr>
            <a:spLocks noGrp="1"/>
          </p:cNvSpPr>
          <p:nvPr>
            <p:ph type="sldNum" sz="quarter" idx="12"/>
          </p:nvPr>
        </p:nvSpPr>
        <p:spPr/>
        <p:txBody>
          <a:bodyPr/>
          <a:lstStyle/>
          <a:p>
            <a:fld id="{7B1AD4E9-9375-4978-A563-9EBD39E6D713}" type="slidenum">
              <a:rPr lang="en-US" smtClean="0"/>
              <a:t>21</a:t>
            </a:fld>
            <a:endParaRPr lang="en-US"/>
          </a:p>
        </p:txBody>
      </p:sp>
      <p:sp>
        <p:nvSpPr>
          <p:cNvPr id="7" name="TextBox 6">
            <a:extLst>
              <a:ext uri="{FF2B5EF4-FFF2-40B4-BE49-F238E27FC236}">
                <a16:creationId xmlns:a16="http://schemas.microsoft.com/office/drawing/2014/main" id="{CAB51E04-3150-09E1-E568-CAD88FB46400}"/>
              </a:ext>
            </a:extLst>
          </p:cNvPr>
          <p:cNvSpPr txBox="1"/>
          <p:nvPr/>
        </p:nvSpPr>
        <p:spPr>
          <a:xfrm>
            <a:off x="357116" y="1584391"/>
            <a:ext cx="11477767" cy="523220"/>
          </a:xfrm>
          <a:prstGeom prst="rect">
            <a:avLst/>
          </a:prstGeom>
          <a:noFill/>
        </p:spPr>
        <p:txBody>
          <a:bodyPr wrap="square" rtlCol="0">
            <a:spAutoFit/>
          </a:bodyPr>
          <a:lstStyle/>
          <a:p>
            <a:pPr marL="285750" indent="-285750">
              <a:buFont typeface="Courier New" panose="02070309020205020404" pitchFamily="49" charset="0"/>
              <a:buChar char="o"/>
            </a:pPr>
            <a:r>
              <a:rPr lang="en-IN" sz="2800" b="1" dirty="0"/>
              <a:t>Final Output</a:t>
            </a:r>
          </a:p>
        </p:txBody>
      </p:sp>
      <p:sp>
        <p:nvSpPr>
          <p:cNvPr id="13" name="TextBox 12">
            <a:extLst>
              <a:ext uri="{FF2B5EF4-FFF2-40B4-BE49-F238E27FC236}">
                <a16:creationId xmlns:a16="http://schemas.microsoft.com/office/drawing/2014/main" id="{1B89735A-7FD4-F68A-6173-8E6D6EB6DACF}"/>
              </a:ext>
            </a:extLst>
          </p:cNvPr>
          <p:cNvSpPr txBox="1"/>
          <p:nvPr/>
        </p:nvSpPr>
        <p:spPr>
          <a:xfrm>
            <a:off x="791570" y="4285397"/>
            <a:ext cx="184731" cy="369332"/>
          </a:xfrm>
          <a:prstGeom prst="rect">
            <a:avLst/>
          </a:prstGeom>
          <a:noFill/>
        </p:spPr>
        <p:txBody>
          <a:bodyPr wrap="none" rtlCol="0">
            <a:spAutoFit/>
          </a:bodyPr>
          <a:lstStyle/>
          <a:p>
            <a:endParaRPr lang="en-US" dirty="0"/>
          </a:p>
        </p:txBody>
      </p:sp>
      <p:pic>
        <p:nvPicPr>
          <p:cNvPr id="3" name="Picture 2">
            <a:extLst>
              <a:ext uri="{FF2B5EF4-FFF2-40B4-BE49-F238E27FC236}">
                <a16:creationId xmlns:a16="http://schemas.microsoft.com/office/drawing/2014/main" id="{B58FCE03-AF7E-3F94-CDBF-7C816F5E0EFC}"/>
              </a:ext>
            </a:extLst>
          </p:cNvPr>
          <p:cNvPicPr>
            <a:picLocks noChangeAspect="1"/>
          </p:cNvPicPr>
          <p:nvPr/>
        </p:nvPicPr>
        <p:blipFill>
          <a:blip r:embed="rId2"/>
          <a:stretch>
            <a:fillRect/>
          </a:stretch>
        </p:blipFill>
        <p:spPr>
          <a:xfrm>
            <a:off x="10947400" y="671675"/>
            <a:ext cx="812800" cy="812800"/>
          </a:xfrm>
          <a:prstGeom prst="rect">
            <a:avLst/>
          </a:prstGeom>
        </p:spPr>
      </p:pic>
      <p:pic>
        <p:nvPicPr>
          <p:cNvPr id="5" name="Picture 4">
            <a:extLst>
              <a:ext uri="{FF2B5EF4-FFF2-40B4-BE49-F238E27FC236}">
                <a16:creationId xmlns:a16="http://schemas.microsoft.com/office/drawing/2014/main" id="{197B86F1-D84C-1460-B976-A6C09DD2F063}"/>
              </a:ext>
            </a:extLst>
          </p:cNvPr>
          <p:cNvPicPr>
            <a:picLocks noChangeAspect="1"/>
          </p:cNvPicPr>
          <p:nvPr/>
        </p:nvPicPr>
        <p:blipFill>
          <a:blip r:embed="rId3"/>
          <a:stretch>
            <a:fillRect/>
          </a:stretch>
        </p:blipFill>
        <p:spPr>
          <a:xfrm>
            <a:off x="191624" y="2207527"/>
            <a:ext cx="5731510" cy="4210050"/>
          </a:xfrm>
          <a:prstGeom prst="rect">
            <a:avLst/>
          </a:prstGeom>
        </p:spPr>
      </p:pic>
      <p:sp>
        <p:nvSpPr>
          <p:cNvPr id="9" name="TextBox 8">
            <a:extLst>
              <a:ext uri="{FF2B5EF4-FFF2-40B4-BE49-F238E27FC236}">
                <a16:creationId xmlns:a16="http://schemas.microsoft.com/office/drawing/2014/main" id="{26EA35A7-9749-318D-B14B-FC00495AC735}"/>
              </a:ext>
            </a:extLst>
          </p:cNvPr>
          <p:cNvSpPr txBox="1"/>
          <p:nvPr/>
        </p:nvSpPr>
        <p:spPr>
          <a:xfrm>
            <a:off x="6095999" y="2460204"/>
            <a:ext cx="6098344" cy="2960875"/>
          </a:xfrm>
          <a:prstGeom prst="rect">
            <a:avLst/>
          </a:prstGeom>
          <a:noFill/>
        </p:spPr>
        <p:txBody>
          <a:bodyPr wrap="square">
            <a:spAutoFit/>
          </a:bodyPr>
          <a:lstStyle/>
          <a:p>
            <a:pPr>
              <a:lnSpc>
                <a:spcPct val="150000"/>
              </a:lnSpc>
              <a:spcAft>
                <a:spcPts val="800"/>
              </a:spcAf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This output displays IPO prediction results for MRF using machine learning models. The Neural Network (64% confidence) and Ensemble (72% confidence) both predict the IPO will be PROFITABLE, with an expected 31.24% listing gain and ₹59.06 opening price. The system recommends a Moderate BUY, suggesting investment based on risk tolerance.</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3399220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E9440-613D-09F5-BF31-34CD070DE64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A26A465-F72F-5CD7-1E1D-4DF9F8C14F6A}"/>
              </a:ext>
            </a:extLst>
          </p:cNvPr>
          <p:cNvSpPr>
            <a:spLocks noGrp="1"/>
          </p:cNvSpPr>
          <p:nvPr>
            <p:ph type="sldNum" sz="quarter" idx="12"/>
          </p:nvPr>
        </p:nvSpPr>
        <p:spPr/>
        <p:txBody>
          <a:bodyPr/>
          <a:lstStyle/>
          <a:p>
            <a:fld id="{7B1AD4E9-9375-4978-A563-9EBD39E6D713}" type="slidenum">
              <a:rPr lang="en-US" smtClean="0"/>
              <a:t>22</a:t>
            </a:fld>
            <a:endParaRPr lang="en-US"/>
          </a:p>
        </p:txBody>
      </p:sp>
      <p:sp>
        <p:nvSpPr>
          <p:cNvPr id="7" name="TextBox 6">
            <a:extLst>
              <a:ext uri="{FF2B5EF4-FFF2-40B4-BE49-F238E27FC236}">
                <a16:creationId xmlns:a16="http://schemas.microsoft.com/office/drawing/2014/main" id="{BA1350B0-E5EF-ED7F-418C-BF85F37E4441}"/>
              </a:ext>
            </a:extLst>
          </p:cNvPr>
          <p:cNvSpPr txBox="1"/>
          <p:nvPr/>
        </p:nvSpPr>
        <p:spPr>
          <a:xfrm>
            <a:off x="185384" y="1417858"/>
            <a:ext cx="5688842" cy="5909310"/>
          </a:xfrm>
          <a:prstGeom prst="rect">
            <a:avLst/>
          </a:prstGeom>
          <a:noFill/>
        </p:spPr>
        <p:txBody>
          <a:bodyPr wrap="square" rtlCol="0">
            <a:spAutoFit/>
          </a:bodyPr>
          <a:lstStyle/>
          <a:p>
            <a:pPr marL="457200" indent="-457200">
              <a:buFont typeface="Courier New" panose="02070309020205020404" pitchFamily="49" charset="0"/>
              <a:buChar char="o"/>
            </a:pPr>
            <a:r>
              <a:rPr lang="en-IN" sz="2800" b="1" dirty="0"/>
              <a:t>6.1 Conclusion:</a:t>
            </a:r>
            <a:br>
              <a:rPr lang="en-IN" sz="2400" dirty="0"/>
            </a:br>
            <a:r>
              <a:rPr lang="en-IN" sz="2400" dirty="0"/>
              <a:t>This project aims to fill the gap in IPO price prediction by creating a machine learning-based application to help investors assess IPO profitability before market launch. By integrating historical IPO data, financial metrics, and sentiment analysis, the model offers a tailored solution that helps reduce the risks associated with IPO investments. It demonstrates the feasibility of using machine learning to </a:t>
            </a:r>
            <a:r>
              <a:rPr lang="en-IN" sz="2400" dirty="0" err="1"/>
              <a:t>analyze</a:t>
            </a:r>
            <a:r>
              <a:rPr lang="en-IN" sz="2400" dirty="0"/>
              <a:t> financial data and provides a valuable tool for navigating the unpredictable IPO landscape.</a:t>
            </a:r>
          </a:p>
          <a:p>
            <a:pPr marL="285750" indent="-285750">
              <a:buFont typeface="Courier New" panose="02070309020205020404" pitchFamily="49" charset="0"/>
              <a:buChar char="o"/>
            </a:pPr>
            <a:endParaRPr lang="en-IN" sz="1400" b="1" dirty="0"/>
          </a:p>
        </p:txBody>
      </p:sp>
      <p:sp>
        <p:nvSpPr>
          <p:cNvPr id="13" name="TextBox 12">
            <a:extLst>
              <a:ext uri="{FF2B5EF4-FFF2-40B4-BE49-F238E27FC236}">
                <a16:creationId xmlns:a16="http://schemas.microsoft.com/office/drawing/2014/main" id="{555E5D93-4696-8E6F-AA9B-046B7439E12D}"/>
              </a:ext>
            </a:extLst>
          </p:cNvPr>
          <p:cNvSpPr txBox="1"/>
          <p:nvPr/>
        </p:nvSpPr>
        <p:spPr>
          <a:xfrm>
            <a:off x="791570" y="4285397"/>
            <a:ext cx="184731" cy="369332"/>
          </a:xfrm>
          <a:prstGeom prst="rect">
            <a:avLst/>
          </a:prstGeom>
          <a:noFill/>
        </p:spPr>
        <p:txBody>
          <a:bodyPr wrap="none" rtlCol="0">
            <a:spAutoFit/>
          </a:bodyPr>
          <a:lstStyle/>
          <a:p>
            <a:endParaRPr lang="en-US" dirty="0"/>
          </a:p>
        </p:txBody>
      </p:sp>
      <p:pic>
        <p:nvPicPr>
          <p:cNvPr id="3" name="Picture 2">
            <a:extLst>
              <a:ext uri="{FF2B5EF4-FFF2-40B4-BE49-F238E27FC236}">
                <a16:creationId xmlns:a16="http://schemas.microsoft.com/office/drawing/2014/main" id="{66D26082-F0B5-3041-1B94-E730F9CFF3F9}"/>
              </a:ext>
            </a:extLst>
          </p:cNvPr>
          <p:cNvPicPr>
            <a:picLocks noChangeAspect="1"/>
          </p:cNvPicPr>
          <p:nvPr/>
        </p:nvPicPr>
        <p:blipFill>
          <a:blip r:embed="rId2"/>
          <a:stretch>
            <a:fillRect/>
          </a:stretch>
        </p:blipFill>
        <p:spPr>
          <a:xfrm>
            <a:off x="5942461" y="1550829"/>
            <a:ext cx="6064155" cy="4672550"/>
          </a:xfrm>
          <a:prstGeom prst="rect">
            <a:avLst/>
          </a:prstGeom>
        </p:spPr>
      </p:pic>
      <p:pic>
        <p:nvPicPr>
          <p:cNvPr id="4" name="Picture 3">
            <a:extLst>
              <a:ext uri="{FF2B5EF4-FFF2-40B4-BE49-F238E27FC236}">
                <a16:creationId xmlns:a16="http://schemas.microsoft.com/office/drawing/2014/main" id="{49E7354A-0544-CFFD-D83F-CCD5419870C9}"/>
              </a:ext>
            </a:extLst>
          </p:cNvPr>
          <p:cNvPicPr>
            <a:picLocks noChangeAspect="1"/>
          </p:cNvPicPr>
          <p:nvPr/>
        </p:nvPicPr>
        <p:blipFill>
          <a:blip r:embed="rId3"/>
          <a:stretch>
            <a:fillRect/>
          </a:stretch>
        </p:blipFill>
        <p:spPr>
          <a:xfrm>
            <a:off x="10947400" y="605058"/>
            <a:ext cx="812800" cy="812800"/>
          </a:xfrm>
          <a:prstGeom prst="rect">
            <a:avLst/>
          </a:prstGeom>
        </p:spPr>
      </p:pic>
    </p:spTree>
    <p:extLst>
      <p:ext uri="{BB962C8B-B14F-4D97-AF65-F5344CB8AC3E}">
        <p14:creationId xmlns:p14="http://schemas.microsoft.com/office/powerpoint/2010/main" val="7057398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0D5F7BE-CAAD-F5BB-8A43-DFE7425A5940}"/>
              </a:ext>
            </a:extLst>
          </p:cNvPr>
          <p:cNvSpPr>
            <a:spLocks noGrp="1"/>
          </p:cNvSpPr>
          <p:nvPr>
            <p:ph type="sldNum" sz="quarter" idx="12"/>
          </p:nvPr>
        </p:nvSpPr>
        <p:spPr/>
        <p:txBody>
          <a:bodyPr/>
          <a:lstStyle/>
          <a:p>
            <a:fld id="{7B1AD4E9-9375-4978-A563-9EBD39E6D713}" type="slidenum">
              <a:rPr lang="en-US" smtClean="0"/>
              <a:t>23</a:t>
            </a:fld>
            <a:endParaRPr lang="en-US"/>
          </a:p>
        </p:txBody>
      </p:sp>
      <p:sp>
        <p:nvSpPr>
          <p:cNvPr id="3" name="TextBox 2">
            <a:extLst>
              <a:ext uri="{FF2B5EF4-FFF2-40B4-BE49-F238E27FC236}">
                <a16:creationId xmlns:a16="http://schemas.microsoft.com/office/drawing/2014/main" id="{E5707F77-2556-5E7C-231C-432F1BEDE78A}"/>
              </a:ext>
            </a:extLst>
          </p:cNvPr>
          <p:cNvSpPr txBox="1"/>
          <p:nvPr/>
        </p:nvSpPr>
        <p:spPr>
          <a:xfrm>
            <a:off x="95534" y="2024474"/>
            <a:ext cx="12096466" cy="4154984"/>
          </a:xfrm>
          <a:prstGeom prst="rect">
            <a:avLst/>
          </a:prstGeom>
          <a:noFill/>
        </p:spPr>
        <p:txBody>
          <a:bodyPr wrap="square" lIns="91440" tIns="45720" rIns="91440" bIns="45720" rtlCol="0" anchor="t">
            <a:spAutoFit/>
          </a:bodyPr>
          <a:lstStyle/>
          <a:p>
            <a:r>
              <a:rPr lang="en-IN" sz="2400" b="1" dirty="0"/>
              <a:t>1-Fischer, T., &amp; Krauss, C. (2018)</a:t>
            </a:r>
            <a:r>
              <a:rPr lang="en-IN" sz="2400" dirty="0"/>
              <a:t>: </a:t>
            </a:r>
            <a:r>
              <a:rPr lang="en-IN" sz="2400" i="1" dirty="0"/>
              <a:t>Deep learning with long short-term memory networks for financial market predictions</a:t>
            </a:r>
            <a:r>
              <a:rPr lang="en-IN" sz="2400" dirty="0"/>
              <a:t>. </a:t>
            </a:r>
            <a:r>
              <a:rPr lang="en-IN" sz="2400" i="1" dirty="0"/>
              <a:t>European Journal of Operational Research, 270(2), 654–669</a:t>
            </a:r>
            <a:r>
              <a:rPr lang="en-IN" sz="2400" dirty="0"/>
              <a:t>.</a:t>
            </a:r>
          </a:p>
          <a:p>
            <a:r>
              <a:rPr lang="en-IN" sz="2400" b="1" dirty="0"/>
              <a:t>2-Beatty, R. P., &amp; Ritter, J. R. (1986)</a:t>
            </a:r>
            <a:r>
              <a:rPr lang="en-IN" sz="2400" dirty="0"/>
              <a:t>: </a:t>
            </a:r>
            <a:r>
              <a:rPr lang="en-IN" sz="2400" i="1" dirty="0"/>
              <a:t>Investment banking, reputation, and the </a:t>
            </a:r>
            <a:r>
              <a:rPr lang="en-IN" sz="2400" i="1" dirty="0" err="1"/>
              <a:t>underpricing</a:t>
            </a:r>
            <a:r>
              <a:rPr lang="en-IN" sz="2400" i="1" dirty="0"/>
              <a:t> of initial public offerings</a:t>
            </a:r>
            <a:r>
              <a:rPr lang="en-IN" sz="2400" dirty="0"/>
              <a:t>. </a:t>
            </a:r>
            <a:r>
              <a:rPr lang="en-IN" sz="2400" i="1" dirty="0"/>
              <a:t>Journal of Financial Economics, 15(1-2), 213–232</a:t>
            </a:r>
            <a:r>
              <a:rPr lang="en-IN" sz="2400" dirty="0"/>
              <a:t>.</a:t>
            </a:r>
            <a:br>
              <a:rPr lang="en-IN" sz="2400" dirty="0"/>
            </a:br>
            <a:r>
              <a:rPr lang="en-IN" sz="2400" b="1" dirty="0"/>
              <a:t>3-Huang, J., &amp; Wang, L. (2018)</a:t>
            </a:r>
            <a:r>
              <a:rPr lang="en-IN" sz="2400" dirty="0"/>
              <a:t>: </a:t>
            </a:r>
            <a:r>
              <a:rPr lang="en-IN" sz="2400" i="1" dirty="0"/>
              <a:t>Machine learning-based sentiment analysis for stock price prediction</a:t>
            </a:r>
            <a:r>
              <a:rPr lang="en-IN" sz="2400" dirty="0"/>
              <a:t>. </a:t>
            </a:r>
            <a:r>
              <a:rPr lang="en-IN" sz="2400" i="1" dirty="0"/>
              <a:t>Multimedia Tools and Applications, 77(18), 23335–23348</a:t>
            </a:r>
            <a:r>
              <a:rPr lang="en-IN" sz="2400" dirty="0"/>
              <a:t>.</a:t>
            </a:r>
            <a:br>
              <a:rPr lang="en-US" sz="2400" dirty="0"/>
            </a:br>
            <a:r>
              <a:rPr lang="en-US" sz="2400" b="1" dirty="0"/>
              <a:t>4-</a:t>
            </a:r>
            <a:r>
              <a:rPr lang="en-IN" sz="2400" b="1" dirty="0"/>
              <a:t>Kim, H. Y., &amp; Won, C. H. (2018)</a:t>
            </a:r>
            <a:r>
              <a:rPr lang="en-IN" sz="2400" dirty="0"/>
              <a:t>: </a:t>
            </a:r>
            <a:r>
              <a:rPr lang="en-IN" sz="2400" i="1" dirty="0"/>
              <a:t>Forecasting the volatility of stock price index: A hybrid model integrating LSTM with multiple GARCH-type models</a:t>
            </a:r>
            <a:r>
              <a:rPr lang="en-IN" sz="2400" dirty="0"/>
              <a:t>. </a:t>
            </a:r>
            <a:r>
              <a:rPr lang="en-IN" sz="2400" i="1" dirty="0"/>
              <a:t>Expert Systems with Applications, 103, 25–37</a:t>
            </a:r>
            <a:r>
              <a:rPr lang="en-IN" sz="2400" dirty="0"/>
              <a:t>.</a:t>
            </a:r>
            <a:br>
              <a:rPr lang="en-IN" sz="2400" dirty="0"/>
            </a:br>
            <a:br>
              <a:rPr lang="en-IN" sz="2400" dirty="0"/>
            </a:br>
            <a:endParaRPr lang="en-US" sz="2400" dirty="0"/>
          </a:p>
        </p:txBody>
      </p:sp>
      <p:sp>
        <p:nvSpPr>
          <p:cNvPr id="4" name="TextBox 3">
            <a:extLst>
              <a:ext uri="{FF2B5EF4-FFF2-40B4-BE49-F238E27FC236}">
                <a16:creationId xmlns:a16="http://schemas.microsoft.com/office/drawing/2014/main" id="{FA3A5E4D-1224-0291-46CA-B582B51C398D}"/>
              </a:ext>
            </a:extLst>
          </p:cNvPr>
          <p:cNvSpPr txBox="1"/>
          <p:nvPr/>
        </p:nvSpPr>
        <p:spPr>
          <a:xfrm>
            <a:off x="0" y="1501254"/>
            <a:ext cx="2652714" cy="523220"/>
          </a:xfrm>
          <a:prstGeom prst="rect">
            <a:avLst/>
          </a:prstGeom>
          <a:noFill/>
        </p:spPr>
        <p:txBody>
          <a:bodyPr wrap="none" rtlCol="0">
            <a:spAutoFit/>
          </a:bodyPr>
          <a:lstStyle/>
          <a:p>
            <a:pPr marL="285750" indent="-285750">
              <a:buFont typeface="Courier New" panose="02070309020205020404" pitchFamily="49" charset="0"/>
              <a:buChar char="o"/>
            </a:pPr>
            <a:r>
              <a:rPr lang="en-US" sz="2800" b="1" dirty="0"/>
              <a:t>7.1 References</a:t>
            </a:r>
          </a:p>
        </p:txBody>
      </p:sp>
      <p:pic>
        <p:nvPicPr>
          <p:cNvPr id="5" name="Picture 4">
            <a:extLst>
              <a:ext uri="{FF2B5EF4-FFF2-40B4-BE49-F238E27FC236}">
                <a16:creationId xmlns:a16="http://schemas.microsoft.com/office/drawing/2014/main" id="{CE980AE8-D2C4-3073-A07B-C819E0C1F9BF}"/>
              </a:ext>
            </a:extLst>
          </p:cNvPr>
          <p:cNvPicPr>
            <a:picLocks noChangeAspect="1"/>
          </p:cNvPicPr>
          <p:nvPr/>
        </p:nvPicPr>
        <p:blipFill>
          <a:blip r:embed="rId2"/>
          <a:stretch>
            <a:fillRect/>
          </a:stretch>
        </p:blipFill>
        <p:spPr>
          <a:xfrm>
            <a:off x="10947400" y="678542"/>
            <a:ext cx="812800" cy="812800"/>
          </a:xfrm>
          <a:prstGeom prst="rect">
            <a:avLst/>
          </a:prstGeom>
        </p:spPr>
      </p:pic>
      <p:sp>
        <p:nvSpPr>
          <p:cNvPr id="6" name="TextBox 5">
            <a:extLst>
              <a:ext uri="{FF2B5EF4-FFF2-40B4-BE49-F238E27FC236}">
                <a16:creationId xmlns:a16="http://schemas.microsoft.com/office/drawing/2014/main" id="{56DB041F-21D5-07E9-A9D4-82A63A0C95EB}"/>
              </a:ext>
            </a:extLst>
          </p:cNvPr>
          <p:cNvSpPr txBox="1"/>
          <p:nvPr/>
        </p:nvSpPr>
        <p:spPr>
          <a:xfrm>
            <a:off x="409433" y="1296537"/>
            <a:ext cx="184731" cy="369332"/>
          </a:xfrm>
          <a:prstGeom prst="rect">
            <a:avLst/>
          </a:prstGeom>
          <a:noFill/>
        </p:spPr>
        <p:txBody>
          <a:bodyPr wrap="none" rtlCol="0">
            <a:spAutoFit/>
          </a:bodyPr>
          <a:lstStyle/>
          <a:p>
            <a:endParaRPr lang="en-US" dirty="0"/>
          </a:p>
        </p:txBody>
      </p:sp>
      <p:sp>
        <p:nvSpPr>
          <p:cNvPr id="7" name="TextBox 6">
            <a:extLst>
              <a:ext uri="{FF2B5EF4-FFF2-40B4-BE49-F238E27FC236}">
                <a16:creationId xmlns:a16="http://schemas.microsoft.com/office/drawing/2014/main" id="{D965EEE4-5D31-70A0-D301-4AF76CEBD62D}"/>
              </a:ext>
            </a:extLst>
          </p:cNvPr>
          <p:cNvSpPr txBox="1"/>
          <p:nvPr/>
        </p:nvSpPr>
        <p:spPr>
          <a:xfrm>
            <a:off x="1269242" y="6646460"/>
            <a:ext cx="184731" cy="369332"/>
          </a:xfrm>
          <a:prstGeom prst="rect">
            <a:avLst/>
          </a:prstGeom>
          <a:noFill/>
        </p:spPr>
        <p:txBody>
          <a:bodyPr wrap="none" rtlCol="0">
            <a:spAutoFit/>
          </a:bodyPr>
          <a:lstStyle/>
          <a:p>
            <a:endParaRPr lang="en-US" dirty="0"/>
          </a:p>
        </p:txBody>
      </p:sp>
      <p:sp>
        <p:nvSpPr>
          <p:cNvPr id="8" name="TextBox 7">
            <a:extLst>
              <a:ext uri="{FF2B5EF4-FFF2-40B4-BE49-F238E27FC236}">
                <a16:creationId xmlns:a16="http://schemas.microsoft.com/office/drawing/2014/main" id="{7AFEE6FB-AAB9-E389-2498-EDABC168BBBF}"/>
              </a:ext>
            </a:extLst>
          </p:cNvPr>
          <p:cNvSpPr txBox="1"/>
          <p:nvPr/>
        </p:nvSpPr>
        <p:spPr>
          <a:xfrm>
            <a:off x="286603" y="1146412"/>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6360992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F515AF7-B4A5-8BAF-708A-BA0ED7C10734}"/>
              </a:ext>
            </a:extLst>
          </p:cNvPr>
          <p:cNvSpPr>
            <a:spLocks noGrp="1"/>
          </p:cNvSpPr>
          <p:nvPr>
            <p:ph type="sldNum" sz="quarter" idx="12"/>
          </p:nvPr>
        </p:nvSpPr>
        <p:spPr/>
        <p:txBody>
          <a:bodyPr/>
          <a:lstStyle/>
          <a:p>
            <a:fld id="{7B1AD4E9-9375-4978-A563-9EBD39E6D713}" type="slidenum">
              <a:rPr lang="en-US" smtClean="0"/>
              <a:t>24</a:t>
            </a:fld>
            <a:endParaRPr lang="en-US"/>
          </a:p>
        </p:txBody>
      </p:sp>
      <p:pic>
        <p:nvPicPr>
          <p:cNvPr id="3" name="Picture 2">
            <a:extLst>
              <a:ext uri="{FF2B5EF4-FFF2-40B4-BE49-F238E27FC236}">
                <a16:creationId xmlns:a16="http://schemas.microsoft.com/office/drawing/2014/main" id="{3A1824D6-B8A9-7174-7DB4-935DB2FC112A}"/>
              </a:ext>
            </a:extLst>
          </p:cNvPr>
          <p:cNvPicPr>
            <a:picLocks noChangeAspect="1"/>
          </p:cNvPicPr>
          <p:nvPr/>
        </p:nvPicPr>
        <p:blipFill>
          <a:blip r:embed="rId2"/>
          <a:stretch>
            <a:fillRect/>
          </a:stretch>
        </p:blipFill>
        <p:spPr>
          <a:xfrm>
            <a:off x="0" y="1566014"/>
            <a:ext cx="12192001" cy="5291986"/>
          </a:xfrm>
          <a:prstGeom prst="rect">
            <a:avLst/>
          </a:prstGeom>
        </p:spPr>
      </p:pic>
    </p:spTree>
    <p:extLst>
      <p:ext uri="{BB962C8B-B14F-4D97-AF65-F5344CB8AC3E}">
        <p14:creationId xmlns:p14="http://schemas.microsoft.com/office/powerpoint/2010/main" val="11334104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1929</TotalTime>
  <Words>2237</Words>
  <Application>Microsoft Macintosh PowerPoint</Application>
  <PresentationFormat>Widescreen</PresentationFormat>
  <Paragraphs>149</Paragraphs>
  <Slides>24</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24</vt:i4>
      </vt:variant>
    </vt:vector>
  </HeadingPairs>
  <TitlesOfParts>
    <vt:vector size="35" baseType="lpstr">
      <vt:lpstr>Aptos</vt:lpstr>
      <vt:lpstr>Aptos Display</vt:lpstr>
      <vt:lpstr>Arial</vt:lpstr>
      <vt:lpstr>Calibri</vt:lpstr>
      <vt:lpstr>Calibri Light</vt:lpstr>
      <vt:lpstr>Courier New</vt:lpstr>
      <vt:lpstr>Sabon Next LT</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Rohit Kumar Gupta [MU - Jaipur]</dc:creator>
  <cp:lastModifiedBy>[BTECH-036-2023-24] DUDHAT AYUSH HITESHKUMAR</cp:lastModifiedBy>
  <cp:revision>16</cp:revision>
  <dcterms:created xsi:type="dcterms:W3CDTF">2023-10-22T08:38:43Z</dcterms:created>
  <dcterms:modified xsi:type="dcterms:W3CDTF">2025-04-21T04:07:55Z</dcterms:modified>
</cp:coreProperties>
</file>